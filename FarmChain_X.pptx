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5" r:id="rId1"/>
  </p:sldMasterIdLst>
  <p:notesMasterIdLst>
    <p:notesMasterId r:id="rId8"/>
  </p:notesMasterIdLst>
  <p:sldIdLst>
    <p:sldId id="256" r:id="rId2"/>
    <p:sldId id="257" r:id="rId3"/>
    <p:sldId id="260" r:id="rId4"/>
    <p:sldId id="262" r:id="rId5"/>
    <p:sldId id="261" r:id="rId6"/>
    <p:sldId id="258" r:id="rId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186714A-E892-482D-8B6E-0D08875DCDE2}" v="3" dt="2026-02-17T13:38:37.30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96" d="100"/>
          <a:sy n="96" d="100"/>
        </p:scale>
        <p:origin x="1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F166FB-66E4-4AEF-A1AE-4114E38D35B7}" type="datetimeFigureOut">
              <a:rPr lang="en-IN" smtClean="0"/>
              <a:t>24-03-2026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23C33D-9838-4A0E-9ED3-413EB92F2E77}" type="slidenum">
              <a:rPr lang="en-IN" smtClean="0"/>
              <a:t>‹#›</a:t>
            </a:fld>
            <a:endParaRPr lang="en-IN"/>
          </a:p>
        </p:txBody>
      </p:sp>
    </p:spTree>
    <p:extLst>
      <p:ext uri="{BB962C8B-B14F-4D97-AF65-F5344CB8AC3E}">
        <p14:creationId xmlns:p14="http://schemas.microsoft.com/office/powerpoint/2010/main" val="1777691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2373"/>
            <a:ext cx="12192000" cy="6867027"/>
            <a:chOff x="0" y="-2373"/>
            <a:chExt cx="12192000" cy="6867027"/>
          </a:xfrm>
        </p:grpSpPr>
        <p:sp>
          <p:nvSpPr>
            <p:cNvPr id="8" name="Rectangle 7"/>
            <p:cNvSpPr/>
            <p:nvPr/>
          </p:nvSpPr>
          <p:spPr>
            <a:xfrm>
              <a:off x="0" y="0"/>
              <a:ext cx="12192000" cy="6858000"/>
            </a:xfrm>
            <a:prstGeom prst="rect">
              <a:avLst/>
            </a:prstGeom>
            <a:blipFill>
              <a:blip r:embed="rId2">
                <a:duotone>
                  <a:schemeClr val="dk2">
                    <a:shade val="62000"/>
                    <a:hueMod val="108000"/>
                    <a:satMod val="164000"/>
                    <a:lumMod val="69000"/>
                  </a:schemeClr>
                  <a:schemeClr val="dk2">
                    <a:tint val="96000"/>
                    <a:hueMod val="90000"/>
                    <a:satMod val="130000"/>
                    <a:lumMod val="134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10"/>
            <p:cNvSpPr/>
            <p:nvPr/>
          </p:nvSpPr>
          <p:spPr>
            <a:xfrm>
              <a:off x="3220" y="2667000"/>
              <a:ext cx="4191000" cy="4191000"/>
            </a:xfrm>
            <a:prstGeom prst="ellipse">
              <a:avLst/>
            </a:prstGeom>
            <a:gradFill flip="none" rotWithShape="1">
              <a:gsLst>
                <a:gs pos="0">
                  <a:schemeClr val="bg2">
                    <a:lumMod val="40000"/>
                    <a:lumOff val="60000"/>
                    <a:alpha val="11000"/>
                  </a:schemeClr>
                </a:gs>
                <a:gs pos="75000">
                  <a:schemeClr val="bg2">
                    <a:lumMod val="40000"/>
                    <a:lumOff val="60000"/>
                    <a:alpha val="0"/>
                  </a:schemeClr>
                </a:gs>
                <a:gs pos="36000">
                  <a:schemeClr val="bg2">
                    <a:lumMod val="40000"/>
                    <a:lumOff val="60000"/>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2" name="Oval 11"/>
            <p:cNvSpPr/>
            <p:nvPr/>
          </p:nvSpPr>
          <p:spPr>
            <a:xfrm>
              <a:off x="1750" y="2895600"/>
              <a:ext cx="2362200" cy="2362200"/>
            </a:xfrm>
            <a:prstGeom prst="ellipse">
              <a:avLst/>
            </a:prstGeom>
            <a:gradFill flip="none" rotWithShape="1">
              <a:gsLst>
                <a:gs pos="0">
                  <a:schemeClr val="bg2">
                    <a:lumMod val="40000"/>
                    <a:lumOff val="60000"/>
                    <a:alpha val="8000"/>
                  </a:schemeClr>
                </a:gs>
                <a:gs pos="72000">
                  <a:schemeClr val="bg2">
                    <a:lumMod val="40000"/>
                    <a:lumOff val="60000"/>
                    <a:alpha val="0"/>
                  </a:schemeClr>
                </a:gs>
                <a:gs pos="36000">
                  <a:schemeClr val="bg2">
                    <a:lumMod val="40000"/>
                    <a:lumOff val="60000"/>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3" name="Oval 12"/>
            <p:cNvSpPr/>
            <p:nvPr/>
          </p:nvSpPr>
          <p:spPr>
            <a:xfrm>
              <a:off x="8609012" y="1676400"/>
              <a:ext cx="2819400" cy="2819400"/>
            </a:xfrm>
            <a:prstGeom prst="ellipse">
              <a:avLst/>
            </a:prstGeom>
            <a:gradFill flip="none" rotWithShape="1">
              <a:gsLst>
                <a:gs pos="0">
                  <a:schemeClr val="bg2">
                    <a:lumMod val="40000"/>
                    <a:lumOff val="60000"/>
                    <a:alpha val="7000"/>
                  </a:schemeClr>
                </a:gs>
                <a:gs pos="69000">
                  <a:schemeClr val="bg2">
                    <a:lumMod val="40000"/>
                    <a:lumOff val="60000"/>
                    <a:alpha val="0"/>
                  </a:schemeClr>
                </a:gs>
                <a:gs pos="36000">
                  <a:schemeClr val="bg2">
                    <a:lumMod val="40000"/>
                    <a:lumOff val="6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4" name="Oval 13"/>
            <p:cNvSpPr/>
            <p:nvPr/>
          </p:nvSpPr>
          <p:spPr>
            <a:xfrm>
              <a:off x="7999412" y="-2373"/>
              <a:ext cx="1600200" cy="1600200"/>
            </a:xfrm>
            <a:prstGeom prst="ellipse">
              <a:avLst/>
            </a:prstGeom>
            <a:gradFill flip="none" rotWithShape="1">
              <a:gsLst>
                <a:gs pos="0">
                  <a:schemeClr val="bg2">
                    <a:lumMod val="40000"/>
                    <a:lumOff val="60000"/>
                    <a:alpha val="14000"/>
                  </a:schemeClr>
                </a:gs>
                <a:gs pos="73000">
                  <a:schemeClr val="bg2">
                    <a:lumMod val="40000"/>
                    <a:lumOff val="60000"/>
                    <a:alpha val="0"/>
                  </a:schemeClr>
                </a:gs>
                <a:gs pos="36000">
                  <a:schemeClr val="bg2">
                    <a:lumMod val="40000"/>
                    <a:lumOff val="60000"/>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8609012" y="5874054"/>
              <a:ext cx="990600" cy="990600"/>
            </a:xfrm>
            <a:prstGeom prst="ellipse">
              <a:avLst/>
            </a:prstGeom>
            <a:gradFill flip="none" rotWithShape="1">
              <a:gsLst>
                <a:gs pos="0">
                  <a:schemeClr val="bg2">
                    <a:lumMod val="40000"/>
                    <a:lumOff val="60000"/>
                    <a:alpha val="14000"/>
                  </a:schemeClr>
                </a:gs>
                <a:gs pos="66000">
                  <a:schemeClr val="bg2">
                    <a:lumMod val="40000"/>
                    <a:lumOff val="60000"/>
                    <a:alpha val="0"/>
                  </a:schemeClr>
                </a:gs>
                <a:gs pos="36000">
                  <a:schemeClr val="bg2">
                    <a:lumMod val="40000"/>
                    <a:lumOff val="60000"/>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9"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ctrTitle"/>
          </p:nvPr>
        </p:nvSpPr>
        <p:spPr>
          <a:xfrm>
            <a:off x="1154955" y="2099733"/>
            <a:ext cx="8825658" cy="2677648"/>
          </a:xfrm>
        </p:spPr>
        <p:txBody>
          <a:bodyPr anchor="b"/>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rot="5400000">
            <a:off x="10089390" y="1792223"/>
            <a:ext cx="990599" cy="304799"/>
          </a:xfrm>
        </p:spPr>
        <p:txBody>
          <a:bodyPr anchor="t"/>
          <a:lstStyle>
            <a:lvl1pPr algn="l">
              <a:defRPr b="0" i="0">
                <a:solidFill>
                  <a:schemeClr val="bg1"/>
                </a:solidFill>
              </a:defRPr>
            </a:lvl1pPr>
          </a:lstStyle>
          <a:p>
            <a:fld id="{C2311BFE-F8D0-4A35-8440-05C2C7335602}" type="datetimeFigureOut">
              <a:rPr lang="en-IN" smtClean="0"/>
              <a:t>24-03-2026</a:t>
            </a:fld>
            <a:endParaRPr lang="en-IN"/>
          </a:p>
        </p:txBody>
      </p:sp>
      <p:sp>
        <p:nvSpPr>
          <p:cNvPr id="5" name="Footer Placeholder 4"/>
          <p:cNvSpPr>
            <a:spLocks noGrp="1"/>
          </p:cNvSpPr>
          <p:nvPr>
            <p:ph type="ftr" sz="quarter" idx="11"/>
          </p:nvPr>
        </p:nvSpPr>
        <p:spPr>
          <a:xfrm rot="5400000">
            <a:off x="8959592" y="3226820"/>
            <a:ext cx="3859795" cy="304801"/>
          </a:xfrm>
        </p:spPr>
        <p:txBody>
          <a:bodyPr/>
          <a:lstStyle>
            <a:lvl1pPr>
              <a:defRPr b="0" i="0">
                <a:solidFill>
                  <a:schemeClr val="bg1"/>
                </a:solidFill>
              </a:defRPr>
            </a:lvl1pPr>
          </a:lstStyle>
          <a:p>
            <a:endParaRPr lang="en-IN"/>
          </a:p>
        </p:txBody>
      </p:sp>
      <p:sp>
        <p:nvSpPr>
          <p:cNvPr id="10" name="Rectangle 9"/>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a:xfrm>
            <a:off x="10351008" y="292608"/>
            <a:ext cx="838199" cy="767687"/>
          </a:xfrm>
        </p:spPr>
        <p:txBody>
          <a:bodyPr/>
          <a:lstStyle>
            <a:lvl1pPr>
              <a:defRPr sz="2800" b="0" i="0">
                <a:latin typeface="+mj-lt"/>
              </a:defRPr>
            </a:lvl1pPr>
          </a:lstStyle>
          <a:p>
            <a:fld id="{33224FE2-F166-424E-891C-655A6D0BEE38}" type="slidenum">
              <a:rPr lang="en-IN" smtClean="0"/>
              <a:t>‹#›</a:t>
            </a:fld>
            <a:endParaRPr lang="en-IN"/>
          </a:p>
        </p:txBody>
      </p:sp>
    </p:spTree>
    <p:extLst>
      <p:ext uri="{BB962C8B-B14F-4D97-AF65-F5344CB8AC3E}">
        <p14:creationId xmlns:p14="http://schemas.microsoft.com/office/powerpoint/2010/main" val="17403469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311BFE-F8D0-4A35-8440-05C2C7335602}" type="datetimeFigureOut">
              <a:rPr lang="en-IN" smtClean="0"/>
              <a:t>24-03-2026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3224FE2-F166-424E-891C-655A6D0BEE38}" type="slidenum">
              <a:rPr lang="en-IN" smtClean="0"/>
              <a:t>‹#›</a:t>
            </a:fld>
            <a:endParaRPr lang="en-IN"/>
          </a:p>
        </p:txBody>
      </p:sp>
    </p:spTree>
    <p:extLst>
      <p:ext uri="{BB962C8B-B14F-4D97-AF65-F5344CB8AC3E}">
        <p14:creationId xmlns:p14="http://schemas.microsoft.com/office/powerpoint/2010/main" val="25664976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grpSp>
        <p:nvGrpSpPr>
          <p:cNvPr id="13" name="Group 12"/>
          <p:cNvGrpSpPr/>
          <p:nvPr/>
        </p:nvGrpSpPr>
        <p:grpSpPr>
          <a:xfrm>
            <a:off x="0" y="-2373"/>
            <a:ext cx="12192000" cy="6867027"/>
            <a:chOff x="0" y="-2373"/>
            <a:chExt cx="12192000" cy="6867027"/>
          </a:xfrm>
        </p:grpSpPr>
        <p:sp>
          <p:nvSpPr>
            <p:cNvPr id="11" name="Rectangle 10"/>
            <p:cNvSpPr/>
            <p:nvPr/>
          </p:nvSpPr>
          <p:spPr>
            <a:xfrm>
              <a:off x="0" y="0"/>
              <a:ext cx="12192000" cy="6858000"/>
            </a:xfrm>
            <a:prstGeom prst="rect">
              <a:avLst/>
            </a:prstGeom>
            <a:blipFill>
              <a:blip r:embed="rId2">
                <a:duotone>
                  <a:schemeClr val="dk2">
                    <a:shade val="62000"/>
                    <a:hueMod val="108000"/>
                    <a:satMod val="164000"/>
                    <a:lumMod val="69000"/>
                  </a:schemeClr>
                  <a:schemeClr val="dk2">
                    <a:tint val="96000"/>
                    <a:hueMod val="90000"/>
                    <a:satMod val="130000"/>
                    <a:lumMod val="134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Oval 13"/>
            <p:cNvSpPr/>
            <p:nvPr/>
          </p:nvSpPr>
          <p:spPr>
            <a:xfrm>
              <a:off x="3220" y="2667000"/>
              <a:ext cx="4191000" cy="4191000"/>
            </a:xfrm>
            <a:prstGeom prst="ellipse">
              <a:avLst/>
            </a:prstGeom>
            <a:gradFill flip="none" rotWithShape="1">
              <a:gsLst>
                <a:gs pos="0">
                  <a:schemeClr val="bg2">
                    <a:lumMod val="40000"/>
                    <a:lumOff val="60000"/>
                    <a:alpha val="11000"/>
                  </a:schemeClr>
                </a:gs>
                <a:gs pos="75000">
                  <a:schemeClr val="bg2">
                    <a:lumMod val="40000"/>
                    <a:lumOff val="60000"/>
                    <a:alpha val="0"/>
                  </a:schemeClr>
                </a:gs>
                <a:gs pos="36000">
                  <a:schemeClr val="bg2">
                    <a:lumMod val="40000"/>
                    <a:lumOff val="60000"/>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1750" y="2895600"/>
              <a:ext cx="2362200" cy="2362200"/>
            </a:xfrm>
            <a:prstGeom prst="ellipse">
              <a:avLst/>
            </a:prstGeom>
            <a:gradFill flip="none" rotWithShape="1">
              <a:gsLst>
                <a:gs pos="0">
                  <a:schemeClr val="bg2">
                    <a:lumMod val="40000"/>
                    <a:lumOff val="60000"/>
                    <a:alpha val="8000"/>
                  </a:schemeClr>
                </a:gs>
                <a:gs pos="72000">
                  <a:schemeClr val="bg2">
                    <a:lumMod val="40000"/>
                    <a:lumOff val="60000"/>
                    <a:alpha val="0"/>
                  </a:schemeClr>
                </a:gs>
                <a:gs pos="36000">
                  <a:schemeClr val="bg2">
                    <a:lumMod val="40000"/>
                    <a:lumOff val="60000"/>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8609012" y="1676400"/>
              <a:ext cx="2819400" cy="2819400"/>
            </a:xfrm>
            <a:prstGeom prst="ellipse">
              <a:avLst/>
            </a:prstGeom>
            <a:gradFill flip="none" rotWithShape="1">
              <a:gsLst>
                <a:gs pos="0">
                  <a:schemeClr val="bg2">
                    <a:lumMod val="40000"/>
                    <a:lumOff val="60000"/>
                    <a:alpha val="7000"/>
                  </a:schemeClr>
                </a:gs>
                <a:gs pos="69000">
                  <a:schemeClr val="bg2">
                    <a:lumMod val="40000"/>
                    <a:lumOff val="60000"/>
                    <a:alpha val="0"/>
                  </a:schemeClr>
                </a:gs>
                <a:gs pos="36000">
                  <a:schemeClr val="bg2">
                    <a:lumMod val="40000"/>
                    <a:lumOff val="6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7999412" y="-2373"/>
              <a:ext cx="1600200" cy="1600200"/>
            </a:xfrm>
            <a:prstGeom prst="ellipse">
              <a:avLst/>
            </a:prstGeom>
            <a:gradFill flip="none" rotWithShape="1">
              <a:gsLst>
                <a:gs pos="0">
                  <a:schemeClr val="bg2">
                    <a:lumMod val="40000"/>
                    <a:lumOff val="60000"/>
                    <a:alpha val="14000"/>
                  </a:schemeClr>
                </a:gs>
                <a:gs pos="73000">
                  <a:schemeClr val="bg2">
                    <a:lumMod val="40000"/>
                    <a:lumOff val="60000"/>
                    <a:alpha val="0"/>
                  </a:schemeClr>
                </a:gs>
                <a:gs pos="36000">
                  <a:schemeClr val="bg2">
                    <a:lumMod val="40000"/>
                    <a:lumOff val="60000"/>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74054"/>
              <a:ext cx="990600" cy="990600"/>
            </a:xfrm>
            <a:prstGeom prst="ellipse">
              <a:avLst/>
            </a:prstGeom>
            <a:gradFill flip="none" rotWithShape="1">
              <a:gsLst>
                <a:gs pos="0">
                  <a:schemeClr val="bg2">
                    <a:lumMod val="40000"/>
                    <a:lumOff val="60000"/>
                    <a:alpha val="14000"/>
                  </a:schemeClr>
                </a:gs>
                <a:gs pos="66000">
                  <a:schemeClr val="bg2">
                    <a:lumMod val="40000"/>
                    <a:lumOff val="60000"/>
                    <a:alpha val="0"/>
                  </a:schemeClr>
                </a:gs>
                <a:gs pos="36000">
                  <a:schemeClr val="bg2">
                    <a:lumMod val="40000"/>
                    <a:lumOff val="60000"/>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7" name="Rectangle 6"/>
            <p:cNvSpPr/>
            <p:nvPr/>
          </p:nvSpPr>
          <p:spPr>
            <a:xfrm>
              <a:off x="7289800" y="402165"/>
              <a:ext cx="44788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9" name="Freeform 5"/>
            <p:cNvSpPr/>
            <p:nvPr/>
          </p:nvSpPr>
          <p:spPr bwMode="gray">
            <a:xfrm rot="15922489">
              <a:off x="4698352"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8" name="Freeform 5"/>
            <p:cNvSpPr/>
            <p:nvPr/>
          </p:nvSpPr>
          <p:spPr bwMode="gray">
            <a:xfrm rot="16200000">
              <a:off x="3787244"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6" y="2677645"/>
            <a:ext cx="4351023" cy="2283824"/>
          </a:xfrm>
        </p:spPr>
        <p:txBody>
          <a:bodyPr anchor="ctr"/>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895558" y="2677644"/>
            <a:ext cx="3755379" cy="2283823"/>
          </a:xfrm>
        </p:spPr>
        <p:txBody>
          <a:bodyPr anchor="ctr"/>
          <a:lstStyle>
            <a:lvl1pPr marL="0" indent="0" algn="l">
              <a:buNone/>
              <a:defRPr sz="20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2311BFE-F8D0-4A35-8440-05C2C7335602}" type="datetimeFigureOut">
              <a:rPr lang="en-IN" smtClean="0"/>
              <a:t>24-03-2026</a:t>
            </a:fld>
            <a:endParaRPr lang="en-IN"/>
          </a:p>
        </p:txBody>
      </p:sp>
      <p:sp>
        <p:nvSpPr>
          <p:cNvPr id="5" name="Footer Placeholder 4"/>
          <p:cNvSpPr>
            <a:spLocks noGrp="1"/>
          </p:cNvSpPr>
          <p:nvPr>
            <p:ph type="ftr" sz="quarter" idx="11"/>
          </p:nvPr>
        </p:nvSpPr>
        <p:spPr/>
        <p:txBody>
          <a:bodyPr/>
          <a:lstStyle/>
          <a:p>
            <a:endParaRPr lang="en-IN"/>
          </a:p>
        </p:txBody>
      </p:sp>
      <p:sp>
        <p:nvSpPr>
          <p:cNvPr id="15" name="Rectangle 14"/>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33224FE2-F166-424E-891C-655A6D0BEE38}" type="slidenum">
              <a:rPr lang="en-IN" smtClean="0"/>
              <a:t>‹#›</a:t>
            </a:fld>
            <a:endParaRPr lang="en-IN"/>
          </a:p>
        </p:txBody>
      </p:sp>
    </p:spTree>
    <p:extLst>
      <p:ext uri="{BB962C8B-B14F-4D97-AF65-F5344CB8AC3E}">
        <p14:creationId xmlns:p14="http://schemas.microsoft.com/office/powerpoint/2010/main" val="23656175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54954" y="2603500"/>
            <a:ext cx="4825158" cy="3416301"/>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8712" y="2603500"/>
            <a:ext cx="4825159" cy="34163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2311BFE-F8D0-4A35-8440-05C2C7335602}" type="datetimeFigureOut">
              <a:rPr lang="en-IN" smtClean="0"/>
              <a:t>24-03-2026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33224FE2-F166-424E-891C-655A6D0BEE38}" type="slidenum">
              <a:rPr lang="en-IN" smtClean="0"/>
              <a:t>‹#›</a:t>
            </a:fld>
            <a:endParaRPr lang="en-IN"/>
          </a:p>
        </p:txBody>
      </p:sp>
    </p:spTree>
    <p:extLst>
      <p:ext uri="{BB962C8B-B14F-4D97-AF65-F5344CB8AC3E}">
        <p14:creationId xmlns:p14="http://schemas.microsoft.com/office/powerpoint/2010/main" val="41781700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54954" y="2603500"/>
            <a:ext cx="4825157"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54954" y="3179762"/>
            <a:ext cx="4825158" cy="2840039"/>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08712" y="2603500"/>
            <a:ext cx="4825159"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08710" y="3179762"/>
            <a:ext cx="4825159" cy="2840039"/>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2311BFE-F8D0-4A35-8440-05C2C7335602}" type="datetimeFigureOut">
              <a:rPr lang="en-IN" smtClean="0"/>
              <a:t>24-03-2026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33224FE2-F166-424E-891C-655A6D0BEE38}" type="slidenum">
              <a:rPr lang="en-IN" smtClean="0"/>
              <a:t>‹#›</a:t>
            </a:fld>
            <a:endParaRPr lang="en-IN"/>
          </a:p>
        </p:txBody>
      </p:sp>
    </p:spTree>
    <p:extLst>
      <p:ext uri="{BB962C8B-B14F-4D97-AF65-F5344CB8AC3E}">
        <p14:creationId xmlns:p14="http://schemas.microsoft.com/office/powerpoint/2010/main" val="3033913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2311BFE-F8D0-4A35-8440-05C2C7335602}" type="datetimeFigureOut">
              <a:rPr lang="en-IN" smtClean="0"/>
              <a:t>24-03-2026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33224FE2-F166-424E-891C-655A6D0BEE38}" type="slidenum">
              <a:rPr lang="en-IN" smtClean="0"/>
              <a:t>‹#›</a:t>
            </a:fld>
            <a:endParaRPr lang="en-IN"/>
          </a:p>
        </p:txBody>
      </p:sp>
    </p:spTree>
    <p:extLst>
      <p:ext uri="{BB962C8B-B14F-4D97-AF65-F5344CB8AC3E}">
        <p14:creationId xmlns:p14="http://schemas.microsoft.com/office/powerpoint/2010/main" val="31844622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311BFE-F8D0-4A35-8440-05C2C7335602}" type="datetimeFigureOut">
              <a:rPr lang="en-IN" smtClean="0"/>
              <a:t>24-03-2026</a:t>
            </a:fld>
            <a:endParaRPr lang="en-IN"/>
          </a:p>
        </p:txBody>
      </p:sp>
      <p:sp>
        <p:nvSpPr>
          <p:cNvPr id="3" name="Footer Placeholder 2"/>
          <p:cNvSpPr>
            <a:spLocks noGrp="1"/>
          </p:cNvSpPr>
          <p:nvPr>
            <p:ph type="ftr" sz="quarter" idx="11"/>
          </p:nvPr>
        </p:nvSpPr>
        <p:spPr/>
        <p:txBody>
          <a:bodyPr/>
          <a:lstStyle/>
          <a:p>
            <a:endParaRPr lang="en-IN"/>
          </a:p>
        </p:txBody>
      </p:sp>
      <p:sp>
        <p:nvSpPr>
          <p:cNvPr id="7" name="Rectangle 6"/>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4" name="Slide Number Placeholder 3"/>
          <p:cNvSpPr>
            <a:spLocks noGrp="1"/>
          </p:cNvSpPr>
          <p:nvPr>
            <p:ph type="sldNum" sz="quarter" idx="12"/>
          </p:nvPr>
        </p:nvSpPr>
        <p:spPr/>
        <p:txBody>
          <a:bodyPr/>
          <a:lstStyle/>
          <a:p>
            <a:fld id="{33224FE2-F166-424E-891C-655A6D0BEE38}" type="slidenum">
              <a:rPr lang="en-IN" smtClean="0"/>
              <a:t>‹#›</a:t>
            </a:fld>
            <a:endParaRPr lang="en-IN"/>
          </a:p>
        </p:txBody>
      </p:sp>
    </p:spTree>
    <p:extLst>
      <p:ext uri="{BB962C8B-B14F-4D97-AF65-F5344CB8AC3E}">
        <p14:creationId xmlns:p14="http://schemas.microsoft.com/office/powerpoint/2010/main" val="1051423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grpSp>
        <p:nvGrpSpPr>
          <p:cNvPr id="14" name="Group 13"/>
          <p:cNvGrpSpPr/>
          <p:nvPr/>
        </p:nvGrpSpPr>
        <p:grpSpPr>
          <a:xfrm>
            <a:off x="0" y="-2373"/>
            <a:ext cx="12192000" cy="6867027"/>
            <a:chOff x="0" y="-2373"/>
            <a:chExt cx="12192000" cy="6867027"/>
          </a:xfrm>
        </p:grpSpPr>
        <p:sp>
          <p:nvSpPr>
            <p:cNvPr id="12" name="Rectangle 11"/>
            <p:cNvSpPr/>
            <p:nvPr/>
          </p:nvSpPr>
          <p:spPr>
            <a:xfrm>
              <a:off x="0" y="0"/>
              <a:ext cx="12192000" cy="6858000"/>
            </a:xfrm>
            <a:prstGeom prst="rect">
              <a:avLst/>
            </a:prstGeom>
            <a:blipFill>
              <a:blip r:embed="rId2">
                <a:duotone>
                  <a:schemeClr val="dk2">
                    <a:shade val="62000"/>
                    <a:hueMod val="108000"/>
                    <a:satMod val="164000"/>
                    <a:lumMod val="69000"/>
                  </a:schemeClr>
                  <a:schemeClr val="dk2">
                    <a:tint val="96000"/>
                    <a:hueMod val="90000"/>
                    <a:satMod val="130000"/>
                    <a:lumMod val="134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6" name="Oval 15"/>
            <p:cNvSpPr/>
            <p:nvPr/>
          </p:nvSpPr>
          <p:spPr>
            <a:xfrm>
              <a:off x="3220" y="2667000"/>
              <a:ext cx="4191000" cy="4191000"/>
            </a:xfrm>
            <a:prstGeom prst="ellipse">
              <a:avLst/>
            </a:prstGeom>
            <a:gradFill flip="none" rotWithShape="1">
              <a:gsLst>
                <a:gs pos="0">
                  <a:schemeClr val="bg2">
                    <a:lumMod val="40000"/>
                    <a:lumOff val="60000"/>
                    <a:alpha val="11000"/>
                  </a:schemeClr>
                </a:gs>
                <a:gs pos="75000">
                  <a:schemeClr val="bg2">
                    <a:lumMod val="40000"/>
                    <a:lumOff val="60000"/>
                    <a:alpha val="0"/>
                  </a:schemeClr>
                </a:gs>
                <a:gs pos="36000">
                  <a:schemeClr val="bg2">
                    <a:lumMod val="40000"/>
                    <a:lumOff val="60000"/>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1750" y="2895600"/>
              <a:ext cx="2362200" cy="2362200"/>
            </a:xfrm>
            <a:prstGeom prst="ellipse">
              <a:avLst/>
            </a:prstGeom>
            <a:gradFill flip="none" rotWithShape="1">
              <a:gsLst>
                <a:gs pos="0">
                  <a:schemeClr val="bg2">
                    <a:lumMod val="40000"/>
                    <a:lumOff val="60000"/>
                    <a:alpha val="8000"/>
                  </a:schemeClr>
                </a:gs>
                <a:gs pos="72000">
                  <a:schemeClr val="bg2">
                    <a:lumMod val="40000"/>
                    <a:lumOff val="60000"/>
                    <a:alpha val="0"/>
                  </a:schemeClr>
                </a:gs>
                <a:gs pos="36000">
                  <a:schemeClr val="bg2">
                    <a:lumMod val="40000"/>
                    <a:lumOff val="60000"/>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1676400"/>
              <a:ext cx="2819400" cy="2819400"/>
            </a:xfrm>
            <a:prstGeom prst="ellipse">
              <a:avLst/>
            </a:prstGeom>
            <a:gradFill flip="none" rotWithShape="1">
              <a:gsLst>
                <a:gs pos="0">
                  <a:schemeClr val="bg2">
                    <a:lumMod val="40000"/>
                    <a:lumOff val="60000"/>
                    <a:alpha val="7000"/>
                  </a:schemeClr>
                </a:gs>
                <a:gs pos="69000">
                  <a:schemeClr val="bg2">
                    <a:lumMod val="40000"/>
                    <a:lumOff val="60000"/>
                    <a:alpha val="0"/>
                  </a:schemeClr>
                </a:gs>
                <a:gs pos="36000">
                  <a:schemeClr val="bg2">
                    <a:lumMod val="40000"/>
                    <a:lumOff val="6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7999412" y="-2373"/>
              <a:ext cx="1600200" cy="1600200"/>
            </a:xfrm>
            <a:prstGeom prst="ellipse">
              <a:avLst/>
            </a:prstGeom>
            <a:gradFill flip="none" rotWithShape="1">
              <a:gsLst>
                <a:gs pos="0">
                  <a:schemeClr val="bg2">
                    <a:lumMod val="40000"/>
                    <a:lumOff val="60000"/>
                    <a:alpha val="14000"/>
                  </a:schemeClr>
                </a:gs>
                <a:gs pos="73000">
                  <a:schemeClr val="bg2">
                    <a:lumMod val="40000"/>
                    <a:lumOff val="60000"/>
                    <a:alpha val="0"/>
                  </a:schemeClr>
                </a:gs>
                <a:gs pos="36000">
                  <a:schemeClr val="bg2">
                    <a:lumMod val="40000"/>
                    <a:lumOff val="60000"/>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5874054"/>
              <a:ext cx="990600" cy="990600"/>
            </a:xfrm>
            <a:prstGeom prst="ellipse">
              <a:avLst/>
            </a:prstGeom>
            <a:gradFill flip="none" rotWithShape="1">
              <a:gsLst>
                <a:gs pos="0">
                  <a:schemeClr val="bg2">
                    <a:lumMod val="40000"/>
                    <a:lumOff val="60000"/>
                    <a:alpha val="14000"/>
                  </a:schemeClr>
                </a:gs>
                <a:gs pos="66000">
                  <a:schemeClr val="bg2">
                    <a:lumMod val="40000"/>
                    <a:lumOff val="60000"/>
                    <a:alpha val="0"/>
                  </a:schemeClr>
                </a:gs>
                <a:gs pos="36000">
                  <a:schemeClr val="bg2">
                    <a:lumMod val="40000"/>
                    <a:lumOff val="60000"/>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8" name="Rectangle 7"/>
            <p:cNvSpPr/>
            <p:nvPr/>
          </p:nvSpPr>
          <p:spPr>
            <a:xfrm>
              <a:off x="5713412" y="402165"/>
              <a:ext cx="6055253"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0" name="Freeform 5"/>
            <p:cNvSpPr/>
            <p:nvPr/>
          </p:nvSpPr>
          <p:spPr bwMode="gray">
            <a:xfrm rot="15922489">
              <a:off x="3140485"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9" name="Freeform 5"/>
            <p:cNvSpPr/>
            <p:nvPr/>
          </p:nvSpPr>
          <p:spPr bwMode="gray">
            <a:xfrm rot="16200000">
              <a:off x="2229377"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3"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1295400"/>
            <a:ext cx="2793159" cy="16002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5781146" y="1447800"/>
            <a:ext cx="5190065" cy="45720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bwMode="gray">
          <a:xfrm>
            <a:off x="1154955" y="2895600"/>
            <a:ext cx="2793158" cy="3129279"/>
          </a:xfrm>
        </p:spPr>
        <p:txBody>
          <a:bodyPr/>
          <a:lstStyle>
            <a:lvl1pPr marL="0" indent="0">
              <a:buNone/>
              <a:defRPr sz="1400">
                <a:solidFill>
                  <a:schemeClr val="accent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2311BFE-F8D0-4A35-8440-05C2C7335602}" type="datetimeFigureOut">
              <a:rPr lang="en-IN" smtClean="0"/>
              <a:t>24-03-2026</a:t>
            </a:fld>
            <a:endParaRPr lang="en-IN"/>
          </a:p>
        </p:txBody>
      </p:sp>
      <p:sp>
        <p:nvSpPr>
          <p:cNvPr id="6" name="Footer Placeholder 5"/>
          <p:cNvSpPr>
            <a:spLocks noGrp="1"/>
          </p:cNvSpPr>
          <p:nvPr>
            <p:ph type="ftr" sz="quarter" idx="11"/>
          </p:nvPr>
        </p:nvSpPr>
        <p:spPr/>
        <p:txBody>
          <a:bodyPr/>
          <a:lstStyle/>
          <a:p>
            <a:endParaRPr lang="en-IN"/>
          </a:p>
        </p:txBody>
      </p:sp>
      <p:sp>
        <p:nvSpPr>
          <p:cNvPr id="15" name="Rectangle 14"/>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33224FE2-F166-424E-891C-655A6D0BEE38}" type="slidenum">
              <a:rPr lang="en-IN" smtClean="0"/>
              <a:t>‹#›</a:t>
            </a:fld>
            <a:endParaRPr lang="en-IN"/>
          </a:p>
        </p:txBody>
      </p:sp>
    </p:spTree>
    <p:extLst>
      <p:ext uri="{BB962C8B-B14F-4D97-AF65-F5344CB8AC3E}">
        <p14:creationId xmlns:p14="http://schemas.microsoft.com/office/powerpoint/2010/main" val="40176652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grpSp>
        <p:nvGrpSpPr>
          <p:cNvPr id="20" name="Group 19"/>
          <p:cNvGrpSpPr/>
          <p:nvPr/>
        </p:nvGrpSpPr>
        <p:grpSpPr>
          <a:xfrm>
            <a:off x="0" y="-2373"/>
            <a:ext cx="12192000" cy="6867027"/>
            <a:chOff x="0" y="-2373"/>
            <a:chExt cx="12192000" cy="6867027"/>
          </a:xfrm>
        </p:grpSpPr>
        <p:sp>
          <p:nvSpPr>
            <p:cNvPr id="12" name="Rectangle 11"/>
            <p:cNvSpPr/>
            <p:nvPr/>
          </p:nvSpPr>
          <p:spPr>
            <a:xfrm>
              <a:off x="0" y="0"/>
              <a:ext cx="12192000" cy="6858000"/>
            </a:xfrm>
            <a:prstGeom prst="rect">
              <a:avLst/>
            </a:prstGeom>
            <a:blipFill>
              <a:blip r:embed="rId2">
                <a:duotone>
                  <a:schemeClr val="dk2">
                    <a:shade val="62000"/>
                    <a:hueMod val="108000"/>
                    <a:satMod val="164000"/>
                    <a:lumMod val="69000"/>
                  </a:schemeClr>
                  <a:schemeClr val="dk2">
                    <a:tint val="96000"/>
                    <a:hueMod val="90000"/>
                    <a:satMod val="130000"/>
                    <a:lumMod val="134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3220" y="2667000"/>
              <a:ext cx="4191000" cy="4191000"/>
            </a:xfrm>
            <a:prstGeom prst="ellipse">
              <a:avLst/>
            </a:prstGeom>
            <a:gradFill flip="none" rotWithShape="1">
              <a:gsLst>
                <a:gs pos="0">
                  <a:schemeClr val="bg2">
                    <a:lumMod val="40000"/>
                    <a:lumOff val="60000"/>
                    <a:alpha val="11000"/>
                  </a:schemeClr>
                </a:gs>
                <a:gs pos="75000">
                  <a:schemeClr val="bg2">
                    <a:lumMod val="40000"/>
                    <a:lumOff val="60000"/>
                    <a:alpha val="0"/>
                  </a:schemeClr>
                </a:gs>
                <a:gs pos="36000">
                  <a:schemeClr val="bg2">
                    <a:lumMod val="40000"/>
                    <a:lumOff val="60000"/>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1750" y="2895600"/>
              <a:ext cx="2362200" cy="2362200"/>
            </a:xfrm>
            <a:prstGeom prst="ellipse">
              <a:avLst/>
            </a:prstGeom>
            <a:gradFill flip="none" rotWithShape="1">
              <a:gsLst>
                <a:gs pos="0">
                  <a:schemeClr val="bg2">
                    <a:lumMod val="40000"/>
                    <a:lumOff val="60000"/>
                    <a:alpha val="8000"/>
                  </a:schemeClr>
                </a:gs>
                <a:gs pos="72000">
                  <a:schemeClr val="bg2">
                    <a:lumMod val="40000"/>
                    <a:lumOff val="60000"/>
                    <a:alpha val="0"/>
                  </a:schemeClr>
                </a:gs>
                <a:gs pos="36000">
                  <a:schemeClr val="bg2">
                    <a:lumMod val="40000"/>
                    <a:lumOff val="60000"/>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8609012" y="1676400"/>
              <a:ext cx="2819400" cy="2819400"/>
            </a:xfrm>
            <a:prstGeom prst="ellipse">
              <a:avLst/>
            </a:prstGeom>
            <a:gradFill flip="none" rotWithShape="1">
              <a:gsLst>
                <a:gs pos="0">
                  <a:schemeClr val="bg2">
                    <a:lumMod val="40000"/>
                    <a:lumOff val="60000"/>
                    <a:alpha val="7000"/>
                  </a:schemeClr>
                </a:gs>
                <a:gs pos="69000">
                  <a:schemeClr val="bg2">
                    <a:lumMod val="40000"/>
                    <a:lumOff val="60000"/>
                    <a:alpha val="0"/>
                  </a:schemeClr>
                </a:gs>
                <a:gs pos="36000">
                  <a:schemeClr val="bg2">
                    <a:lumMod val="40000"/>
                    <a:lumOff val="6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7999412" y="-2373"/>
              <a:ext cx="1600200" cy="1600200"/>
            </a:xfrm>
            <a:prstGeom prst="ellipse">
              <a:avLst/>
            </a:prstGeom>
            <a:gradFill flip="none" rotWithShape="1">
              <a:gsLst>
                <a:gs pos="0">
                  <a:schemeClr val="bg2">
                    <a:lumMod val="40000"/>
                    <a:lumOff val="60000"/>
                    <a:alpha val="14000"/>
                  </a:schemeClr>
                </a:gs>
                <a:gs pos="73000">
                  <a:schemeClr val="bg2">
                    <a:lumMod val="40000"/>
                    <a:lumOff val="60000"/>
                    <a:alpha val="0"/>
                  </a:schemeClr>
                </a:gs>
                <a:gs pos="36000">
                  <a:schemeClr val="bg2">
                    <a:lumMod val="40000"/>
                    <a:lumOff val="60000"/>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74054"/>
              <a:ext cx="990600" cy="990600"/>
            </a:xfrm>
            <a:prstGeom prst="ellipse">
              <a:avLst/>
            </a:prstGeom>
            <a:gradFill flip="none" rotWithShape="1">
              <a:gsLst>
                <a:gs pos="0">
                  <a:schemeClr val="bg2">
                    <a:lumMod val="40000"/>
                    <a:lumOff val="60000"/>
                    <a:alpha val="14000"/>
                  </a:schemeClr>
                </a:gs>
                <a:gs pos="66000">
                  <a:schemeClr val="bg2">
                    <a:lumMod val="40000"/>
                    <a:lumOff val="60000"/>
                    <a:alpha val="0"/>
                  </a:schemeClr>
                </a:gs>
                <a:gs pos="36000">
                  <a:schemeClr val="bg2">
                    <a:lumMod val="40000"/>
                    <a:lumOff val="60000"/>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8" name="Rectangle 7"/>
            <p:cNvSpPr/>
            <p:nvPr/>
          </p:nvSpPr>
          <p:spPr>
            <a:xfrm>
              <a:off x="6172200" y="402165"/>
              <a:ext cx="55964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9" name="Freeform 5"/>
            <p:cNvSpPr/>
            <p:nvPr/>
          </p:nvSpPr>
          <p:spPr bwMode="gray">
            <a:xfrm rot="16200000">
              <a:off x="32954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0" name="Freeform 5"/>
            <p:cNvSpPr/>
            <p:nvPr/>
          </p:nvSpPr>
          <p:spPr bwMode="gray">
            <a:xfrm rot="15922489">
              <a:off x="4203594"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3"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3907" y="1693332"/>
            <a:ext cx="3860260" cy="173566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547870" y="1143000"/>
            <a:ext cx="3227193"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bwMode="gray">
          <a:xfrm>
            <a:off x="1154955" y="3657600"/>
            <a:ext cx="3859212" cy="1371600"/>
          </a:xfrm>
        </p:spPr>
        <p:txBody>
          <a:bodyPr>
            <a:normAutofit/>
          </a:bodyPr>
          <a:lstStyle>
            <a:lvl1pPr marL="0" indent="0">
              <a:buNone/>
              <a:defRPr sz="1400">
                <a:solidFill>
                  <a:schemeClr val="accent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2311BFE-F8D0-4A35-8440-05C2C7335602}" type="datetimeFigureOut">
              <a:rPr lang="en-IN" smtClean="0"/>
              <a:t>24-03-2026</a:t>
            </a:fld>
            <a:endParaRPr lang="en-IN"/>
          </a:p>
        </p:txBody>
      </p:sp>
      <p:sp>
        <p:nvSpPr>
          <p:cNvPr id="6" name="Footer Placeholder 5"/>
          <p:cNvSpPr>
            <a:spLocks noGrp="1"/>
          </p:cNvSpPr>
          <p:nvPr>
            <p:ph type="ftr" sz="quarter" idx="11"/>
          </p:nvPr>
        </p:nvSpPr>
        <p:spPr/>
        <p:txBody>
          <a:bodyPr/>
          <a:lstStyle/>
          <a:p>
            <a:endParaRPr lang="en-IN"/>
          </a:p>
        </p:txBody>
      </p:sp>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33224FE2-F166-424E-891C-655A6D0BEE38}" type="slidenum">
              <a:rPr lang="en-IN" smtClean="0"/>
              <a:t>‹#›</a:t>
            </a:fld>
            <a:endParaRPr lang="en-IN"/>
          </a:p>
        </p:txBody>
      </p:sp>
    </p:spTree>
    <p:extLst>
      <p:ext uri="{BB962C8B-B14F-4D97-AF65-F5344CB8AC3E}">
        <p14:creationId xmlns:p14="http://schemas.microsoft.com/office/powerpoint/2010/main" val="9031759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grpSp>
        <p:nvGrpSpPr>
          <p:cNvPr id="19" name="Group 18"/>
          <p:cNvGrpSpPr/>
          <p:nvPr/>
        </p:nvGrpSpPr>
        <p:grpSpPr>
          <a:xfrm>
            <a:off x="0" y="-2373"/>
            <a:ext cx="12192000" cy="6867027"/>
            <a:chOff x="0" y="-2373"/>
            <a:chExt cx="12192000" cy="6867027"/>
          </a:xfrm>
        </p:grpSpPr>
        <p:sp>
          <p:nvSpPr>
            <p:cNvPr id="11" name="Rectangle 10"/>
            <p:cNvSpPr/>
            <p:nvPr/>
          </p:nvSpPr>
          <p:spPr>
            <a:xfrm>
              <a:off x="0" y="0"/>
              <a:ext cx="12192000" cy="6858000"/>
            </a:xfrm>
            <a:prstGeom prst="rect">
              <a:avLst/>
            </a:prstGeom>
            <a:blipFill>
              <a:blip r:embed="rId2">
                <a:duotone>
                  <a:schemeClr val="dk2">
                    <a:shade val="62000"/>
                    <a:hueMod val="108000"/>
                    <a:satMod val="164000"/>
                    <a:lumMod val="69000"/>
                  </a:schemeClr>
                  <a:schemeClr val="dk2">
                    <a:tint val="96000"/>
                    <a:hueMod val="90000"/>
                    <a:satMod val="130000"/>
                    <a:lumMod val="134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Oval 13"/>
            <p:cNvSpPr/>
            <p:nvPr/>
          </p:nvSpPr>
          <p:spPr>
            <a:xfrm>
              <a:off x="3220" y="2667000"/>
              <a:ext cx="4191000" cy="4191000"/>
            </a:xfrm>
            <a:prstGeom prst="ellipse">
              <a:avLst/>
            </a:prstGeom>
            <a:gradFill flip="none" rotWithShape="1">
              <a:gsLst>
                <a:gs pos="0">
                  <a:schemeClr val="bg2">
                    <a:lumMod val="40000"/>
                    <a:lumOff val="60000"/>
                    <a:alpha val="11000"/>
                  </a:schemeClr>
                </a:gs>
                <a:gs pos="75000">
                  <a:schemeClr val="bg2">
                    <a:lumMod val="40000"/>
                    <a:lumOff val="60000"/>
                    <a:alpha val="0"/>
                  </a:schemeClr>
                </a:gs>
                <a:gs pos="36000">
                  <a:schemeClr val="bg2">
                    <a:lumMod val="40000"/>
                    <a:lumOff val="60000"/>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1750" y="2895600"/>
              <a:ext cx="2362200" cy="2362200"/>
            </a:xfrm>
            <a:prstGeom prst="ellipse">
              <a:avLst/>
            </a:prstGeom>
            <a:gradFill flip="none" rotWithShape="1">
              <a:gsLst>
                <a:gs pos="0">
                  <a:schemeClr val="bg2">
                    <a:lumMod val="40000"/>
                    <a:lumOff val="60000"/>
                    <a:alpha val="8000"/>
                  </a:schemeClr>
                </a:gs>
                <a:gs pos="72000">
                  <a:schemeClr val="bg2">
                    <a:lumMod val="40000"/>
                    <a:lumOff val="60000"/>
                    <a:alpha val="0"/>
                  </a:schemeClr>
                </a:gs>
                <a:gs pos="36000">
                  <a:schemeClr val="bg2">
                    <a:lumMod val="40000"/>
                    <a:lumOff val="60000"/>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1676400"/>
              <a:ext cx="2819400" cy="2819400"/>
            </a:xfrm>
            <a:prstGeom prst="ellipse">
              <a:avLst/>
            </a:prstGeom>
            <a:gradFill flip="none" rotWithShape="1">
              <a:gsLst>
                <a:gs pos="0">
                  <a:schemeClr val="bg2">
                    <a:lumMod val="40000"/>
                    <a:lumOff val="60000"/>
                    <a:alpha val="7000"/>
                  </a:schemeClr>
                </a:gs>
                <a:gs pos="69000">
                  <a:schemeClr val="bg2">
                    <a:lumMod val="40000"/>
                    <a:lumOff val="60000"/>
                    <a:alpha val="0"/>
                  </a:schemeClr>
                </a:gs>
                <a:gs pos="36000">
                  <a:schemeClr val="bg2">
                    <a:lumMod val="40000"/>
                    <a:lumOff val="6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7999412" y="-2373"/>
              <a:ext cx="1600200" cy="1600200"/>
            </a:xfrm>
            <a:prstGeom prst="ellipse">
              <a:avLst/>
            </a:prstGeom>
            <a:gradFill flip="none" rotWithShape="1">
              <a:gsLst>
                <a:gs pos="0">
                  <a:schemeClr val="bg2">
                    <a:lumMod val="40000"/>
                    <a:lumOff val="60000"/>
                    <a:alpha val="14000"/>
                  </a:schemeClr>
                </a:gs>
                <a:gs pos="73000">
                  <a:schemeClr val="bg2">
                    <a:lumMod val="40000"/>
                    <a:lumOff val="60000"/>
                    <a:alpha val="0"/>
                  </a:schemeClr>
                </a:gs>
                <a:gs pos="36000">
                  <a:schemeClr val="bg2">
                    <a:lumMod val="40000"/>
                    <a:lumOff val="60000"/>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5874054"/>
              <a:ext cx="990600" cy="990600"/>
            </a:xfrm>
            <a:prstGeom prst="ellipse">
              <a:avLst/>
            </a:prstGeom>
            <a:gradFill flip="none" rotWithShape="1">
              <a:gsLst>
                <a:gs pos="0">
                  <a:schemeClr val="bg2">
                    <a:lumMod val="40000"/>
                    <a:lumOff val="60000"/>
                    <a:alpha val="14000"/>
                  </a:schemeClr>
                </a:gs>
                <a:gs pos="66000">
                  <a:schemeClr val="bg2">
                    <a:lumMod val="40000"/>
                    <a:lumOff val="60000"/>
                    <a:alpha val="0"/>
                  </a:schemeClr>
                </a:gs>
                <a:gs pos="36000">
                  <a:schemeClr val="bg2">
                    <a:lumMod val="40000"/>
                    <a:lumOff val="60000"/>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8" name="Freeform 5"/>
            <p:cNvSpPr/>
            <p:nvPr/>
          </p:nvSpPr>
          <p:spPr bwMode="gray">
            <a:xfrm rot="10371525">
              <a:off x="263767" y="443825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9" name="Freeform 5"/>
            <p:cNvSpPr/>
            <p:nvPr/>
          </p:nvSpPr>
          <p:spPr bwMode="gray">
            <a:xfrm rot="10800000">
              <a:off x="459506" y="321130"/>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6" y="4966674"/>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429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bwMode="gray">
          <a:xfrm>
            <a:off x="1154956" y="5536665"/>
            <a:ext cx="8825656" cy="493712"/>
          </a:xfrm>
        </p:spPr>
        <p:txBody>
          <a:bodyPr>
            <a:normAutofit/>
          </a:bodyPr>
          <a:lstStyle>
            <a:lvl1pPr marL="0" indent="0">
              <a:buNone/>
              <a:defRPr sz="1200">
                <a:solidFill>
                  <a:schemeClr val="accent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2311BFE-F8D0-4A35-8440-05C2C7335602}" type="datetimeFigureOut">
              <a:rPr lang="en-IN" smtClean="0"/>
              <a:t>24-03-2026</a:t>
            </a:fld>
            <a:endParaRPr lang="en-IN"/>
          </a:p>
        </p:txBody>
      </p:sp>
      <p:sp>
        <p:nvSpPr>
          <p:cNvPr id="6" name="Footer Placeholder 5"/>
          <p:cNvSpPr>
            <a:spLocks noGrp="1"/>
          </p:cNvSpPr>
          <p:nvPr>
            <p:ph type="ftr" sz="quarter" idx="11"/>
          </p:nvPr>
        </p:nvSpPr>
        <p:spPr/>
        <p:txBody>
          <a:bodyPr/>
          <a:lstStyle/>
          <a:p>
            <a:endParaRPr lang="en-IN"/>
          </a:p>
        </p:txBody>
      </p:sp>
      <p:sp>
        <p:nvSpPr>
          <p:cNvPr id="13" name="Rectangle 12"/>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33224FE2-F166-424E-891C-655A6D0BEE38}" type="slidenum">
              <a:rPr lang="en-IN" smtClean="0"/>
              <a:t>‹#›</a:t>
            </a:fld>
            <a:endParaRPr lang="en-IN"/>
          </a:p>
        </p:txBody>
      </p:sp>
    </p:spTree>
    <p:extLst>
      <p:ext uri="{BB962C8B-B14F-4D97-AF65-F5344CB8AC3E}">
        <p14:creationId xmlns:p14="http://schemas.microsoft.com/office/powerpoint/2010/main" val="40314151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le and Caption">
    <p:spTree>
      <p:nvGrpSpPr>
        <p:cNvPr id="1" name=""/>
        <p:cNvGrpSpPr/>
        <p:nvPr/>
      </p:nvGrpSpPr>
      <p:grpSpPr>
        <a:xfrm>
          <a:off x="0" y="0"/>
          <a:ext cx="0" cy="0"/>
          <a:chOff x="0" y="0"/>
          <a:chExt cx="0" cy="0"/>
        </a:xfrm>
      </p:grpSpPr>
      <p:grpSp>
        <p:nvGrpSpPr>
          <p:cNvPr id="12" name="Group 11"/>
          <p:cNvGrpSpPr/>
          <p:nvPr/>
        </p:nvGrpSpPr>
        <p:grpSpPr>
          <a:xfrm>
            <a:off x="0" y="-2373"/>
            <a:ext cx="12192000" cy="6867027"/>
            <a:chOff x="0" y="-2373"/>
            <a:chExt cx="12192000" cy="6867027"/>
          </a:xfrm>
        </p:grpSpPr>
        <p:sp>
          <p:nvSpPr>
            <p:cNvPr id="10" name="Rectangle 9"/>
            <p:cNvSpPr/>
            <p:nvPr/>
          </p:nvSpPr>
          <p:spPr>
            <a:xfrm>
              <a:off x="0" y="0"/>
              <a:ext cx="12192000" cy="6858000"/>
            </a:xfrm>
            <a:prstGeom prst="rect">
              <a:avLst/>
            </a:prstGeom>
            <a:blipFill>
              <a:blip r:embed="rId2">
                <a:duotone>
                  <a:schemeClr val="dk2">
                    <a:shade val="62000"/>
                    <a:hueMod val="108000"/>
                    <a:satMod val="164000"/>
                    <a:lumMod val="69000"/>
                  </a:schemeClr>
                  <a:schemeClr val="dk2">
                    <a:tint val="96000"/>
                    <a:hueMod val="90000"/>
                    <a:satMod val="130000"/>
                    <a:lumMod val="134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Oval 13"/>
            <p:cNvSpPr/>
            <p:nvPr/>
          </p:nvSpPr>
          <p:spPr>
            <a:xfrm>
              <a:off x="3220" y="2667000"/>
              <a:ext cx="4191000" cy="4191000"/>
            </a:xfrm>
            <a:prstGeom prst="ellipse">
              <a:avLst/>
            </a:prstGeom>
            <a:gradFill flip="none" rotWithShape="1">
              <a:gsLst>
                <a:gs pos="0">
                  <a:schemeClr val="bg2">
                    <a:lumMod val="40000"/>
                    <a:lumOff val="60000"/>
                    <a:alpha val="11000"/>
                  </a:schemeClr>
                </a:gs>
                <a:gs pos="75000">
                  <a:schemeClr val="bg2">
                    <a:lumMod val="40000"/>
                    <a:lumOff val="60000"/>
                    <a:alpha val="0"/>
                  </a:schemeClr>
                </a:gs>
                <a:gs pos="36000">
                  <a:schemeClr val="bg2">
                    <a:lumMod val="40000"/>
                    <a:lumOff val="60000"/>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1750" y="2895600"/>
              <a:ext cx="2362200" cy="2362200"/>
            </a:xfrm>
            <a:prstGeom prst="ellipse">
              <a:avLst/>
            </a:prstGeom>
            <a:gradFill flip="none" rotWithShape="1">
              <a:gsLst>
                <a:gs pos="0">
                  <a:schemeClr val="bg2">
                    <a:lumMod val="40000"/>
                    <a:lumOff val="60000"/>
                    <a:alpha val="8000"/>
                  </a:schemeClr>
                </a:gs>
                <a:gs pos="72000">
                  <a:schemeClr val="bg2">
                    <a:lumMod val="40000"/>
                    <a:lumOff val="60000"/>
                    <a:alpha val="0"/>
                  </a:schemeClr>
                </a:gs>
                <a:gs pos="36000">
                  <a:schemeClr val="bg2">
                    <a:lumMod val="40000"/>
                    <a:lumOff val="60000"/>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1676400"/>
              <a:ext cx="2819400" cy="2819400"/>
            </a:xfrm>
            <a:prstGeom prst="ellipse">
              <a:avLst/>
            </a:prstGeom>
            <a:gradFill flip="none" rotWithShape="1">
              <a:gsLst>
                <a:gs pos="0">
                  <a:schemeClr val="bg2">
                    <a:lumMod val="40000"/>
                    <a:lumOff val="60000"/>
                    <a:alpha val="7000"/>
                  </a:schemeClr>
                </a:gs>
                <a:gs pos="69000">
                  <a:schemeClr val="bg2">
                    <a:lumMod val="40000"/>
                    <a:lumOff val="60000"/>
                    <a:alpha val="0"/>
                  </a:schemeClr>
                </a:gs>
                <a:gs pos="36000">
                  <a:schemeClr val="bg2">
                    <a:lumMod val="40000"/>
                    <a:lumOff val="6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7999412" y="-2373"/>
              <a:ext cx="1600200" cy="1600200"/>
            </a:xfrm>
            <a:prstGeom prst="ellipse">
              <a:avLst/>
            </a:prstGeom>
            <a:gradFill flip="none" rotWithShape="1">
              <a:gsLst>
                <a:gs pos="0">
                  <a:schemeClr val="bg2">
                    <a:lumMod val="40000"/>
                    <a:lumOff val="60000"/>
                    <a:alpha val="14000"/>
                  </a:schemeClr>
                </a:gs>
                <a:gs pos="73000">
                  <a:schemeClr val="bg2">
                    <a:lumMod val="40000"/>
                    <a:lumOff val="60000"/>
                    <a:alpha val="0"/>
                  </a:schemeClr>
                </a:gs>
                <a:gs pos="36000">
                  <a:schemeClr val="bg2">
                    <a:lumMod val="40000"/>
                    <a:lumOff val="60000"/>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5874054"/>
              <a:ext cx="990600" cy="990600"/>
            </a:xfrm>
            <a:prstGeom prst="ellipse">
              <a:avLst/>
            </a:prstGeom>
            <a:gradFill flip="none" rotWithShape="1">
              <a:gsLst>
                <a:gs pos="0">
                  <a:schemeClr val="bg2">
                    <a:lumMod val="40000"/>
                    <a:lumOff val="60000"/>
                    <a:alpha val="14000"/>
                  </a:schemeClr>
                </a:gs>
                <a:gs pos="66000">
                  <a:schemeClr val="bg2">
                    <a:lumMod val="40000"/>
                    <a:lumOff val="60000"/>
                    <a:alpha val="0"/>
                  </a:schemeClr>
                </a:gs>
                <a:gs pos="36000">
                  <a:schemeClr val="bg2">
                    <a:lumMod val="40000"/>
                    <a:lumOff val="60000"/>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9" name="Freeform 5"/>
            <p:cNvSpPr/>
            <p:nvPr/>
          </p:nvSpPr>
          <p:spPr bwMode="gray">
            <a:xfrm rot="21010068">
              <a:off x="8490951" y="271487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7" name="Freeform 5"/>
            <p:cNvSpPr/>
            <p:nvPr/>
          </p:nvSpPr>
          <p:spPr bwMode="gray">
            <a:xfrm>
              <a:off x="455612" y="2801319"/>
              <a:ext cx="11277600" cy="3602637"/>
            </a:xfrm>
            <a:custGeom>
              <a:avLst/>
              <a:gdLst/>
              <a:ahLst/>
              <a:cxnLst/>
              <a:rect l="l" t="t" r="r" b="b"/>
              <a:pathLst>
                <a:path w="10000" h="7946">
                  <a:moveTo>
                    <a:pt x="0" y="0"/>
                  </a:moveTo>
                  <a:lnTo>
                    <a:pt x="0" y="7945"/>
                  </a:lnTo>
                  <a:lnTo>
                    <a:pt x="10000" y="7946"/>
                  </a:lnTo>
                  <a:lnTo>
                    <a:pt x="10000" y="4"/>
                  </a:lnTo>
                  <a:lnTo>
                    <a:pt x="10000" y="4"/>
                  </a:lnTo>
                  <a:lnTo>
                    <a:pt x="9773" y="91"/>
                  </a:lnTo>
                  <a:lnTo>
                    <a:pt x="9547" y="175"/>
                  </a:lnTo>
                  <a:lnTo>
                    <a:pt x="9320" y="256"/>
                  </a:lnTo>
                  <a:lnTo>
                    <a:pt x="9092" y="326"/>
                  </a:lnTo>
                  <a:lnTo>
                    <a:pt x="8865" y="396"/>
                  </a:lnTo>
                  <a:lnTo>
                    <a:pt x="8637" y="462"/>
                  </a:lnTo>
                  <a:lnTo>
                    <a:pt x="8412" y="518"/>
                  </a:lnTo>
                  <a:lnTo>
                    <a:pt x="8184" y="571"/>
                  </a:lnTo>
                  <a:lnTo>
                    <a:pt x="7957" y="620"/>
                  </a:lnTo>
                  <a:lnTo>
                    <a:pt x="7734" y="662"/>
                  </a:lnTo>
                  <a:lnTo>
                    <a:pt x="7508" y="704"/>
                  </a:lnTo>
                  <a:lnTo>
                    <a:pt x="7285" y="739"/>
                  </a:lnTo>
                  <a:lnTo>
                    <a:pt x="7062" y="767"/>
                  </a:lnTo>
                  <a:lnTo>
                    <a:pt x="6840" y="795"/>
                  </a:lnTo>
                  <a:lnTo>
                    <a:pt x="6620" y="819"/>
                  </a:lnTo>
                  <a:lnTo>
                    <a:pt x="6402" y="837"/>
                  </a:lnTo>
                  <a:lnTo>
                    <a:pt x="6184" y="851"/>
                  </a:lnTo>
                  <a:lnTo>
                    <a:pt x="5968" y="865"/>
                  </a:lnTo>
                  <a:lnTo>
                    <a:pt x="5755" y="872"/>
                  </a:lnTo>
                  <a:lnTo>
                    <a:pt x="5542" y="879"/>
                  </a:lnTo>
                  <a:lnTo>
                    <a:pt x="5332" y="882"/>
                  </a:lnTo>
                  <a:lnTo>
                    <a:pt x="5124" y="879"/>
                  </a:lnTo>
                  <a:lnTo>
                    <a:pt x="4918" y="879"/>
                  </a:lnTo>
                  <a:lnTo>
                    <a:pt x="4714" y="872"/>
                  </a:lnTo>
                  <a:lnTo>
                    <a:pt x="4514" y="861"/>
                  </a:lnTo>
                  <a:lnTo>
                    <a:pt x="4316" y="851"/>
                  </a:lnTo>
                  <a:lnTo>
                    <a:pt x="4122" y="840"/>
                  </a:lnTo>
                  <a:lnTo>
                    <a:pt x="3929" y="823"/>
                  </a:lnTo>
                  <a:lnTo>
                    <a:pt x="3739" y="805"/>
                  </a:lnTo>
                  <a:lnTo>
                    <a:pt x="3553" y="788"/>
                  </a:lnTo>
                  <a:lnTo>
                    <a:pt x="3190" y="742"/>
                  </a:lnTo>
                  <a:lnTo>
                    <a:pt x="2842" y="693"/>
                  </a:lnTo>
                  <a:lnTo>
                    <a:pt x="2508" y="641"/>
                  </a:lnTo>
                  <a:lnTo>
                    <a:pt x="2192" y="585"/>
                  </a:lnTo>
                  <a:lnTo>
                    <a:pt x="1890" y="525"/>
                  </a:lnTo>
                  <a:lnTo>
                    <a:pt x="1610" y="462"/>
                  </a:lnTo>
                  <a:lnTo>
                    <a:pt x="1347" y="399"/>
                  </a:lnTo>
                  <a:lnTo>
                    <a:pt x="1105" y="336"/>
                  </a:lnTo>
                  <a:lnTo>
                    <a:pt x="883" y="277"/>
                  </a:lnTo>
                  <a:lnTo>
                    <a:pt x="686" y="221"/>
                  </a:lnTo>
                  <a:lnTo>
                    <a:pt x="508" y="168"/>
                  </a:lnTo>
                  <a:lnTo>
                    <a:pt x="358" y="123"/>
                  </a:lnTo>
                  <a:lnTo>
                    <a:pt x="232" y="81"/>
                  </a:lnTo>
                  <a:lnTo>
                    <a:pt x="59" y="21"/>
                  </a:lnTo>
                  <a:lnTo>
                    <a:pt x="0" y="0"/>
                  </a:lnTo>
                  <a:lnTo>
                    <a:pt x="0" y="0"/>
                  </a:lnTo>
                  <a:close/>
                </a:path>
              </a:pathLst>
            </a:custGeom>
            <a:solidFill>
              <a:schemeClr val="bg1"/>
            </a:solidFill>
            <a:ln>
              <a:noFill/>
            </a:ln>
          </p:spPr>
        </p:sp>
        <p:sp>
          <p:nvSpPr>
            <p:cNvPr id="11"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1063416"/>
            <a:ext cx="8825659" cy="1379755"/>
          </a:xfrm>
        </p:spPr>
        <p:txBody>
          <a:bodyPr/>
          <a:lstStyle>
            <a:lvl1pPr>
              <a:defRPr sz="4000"/>
            </a:lvl1pPr>
          </a:lstStyle>
          <a:p>
            <a:r>
              <a:rPr lang="en-US"/>
              <a:t>Click to edit Master title style</a:t>
            </a:r>
            <a:endParaRPr lang="en-US" dirty="0"/>
          </a:p>
        </p:txBody>
      </p:sp>
      <p:sp>
        <p:nvSpPr>
          <p:cNvPr id="8" name="Text Placeholder 3"/>
          <p:cNvSpPr>
            <a:spLocks noGrp="1"/>
          </p:cNvSpPr>
          <p:nvPr>
            <p:ph type="body" sz="half" idx="2"/>
          </p:nvPr>
        </p:nvSpPr>
        <p:spPr>
          <a:xfrm>
            <a:off x="1154954" y="3543300"/>
            <a:ext cx="8825659" cy="24765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C2311BFE-F8D0-4A35-8440-05C2C7335602}" type="datetimeFigureOut">
              <a:rPr lang="en-IN" smtClean="0"/>
              <a:t>24-03-2026</a:t>
            </a:fld>
            <a:endParaRPr lang="en-IN"/>
          </a:p>
        </p:txBody>
      </p:sp>
      <p:sp>
        <p:nvSpPr>
          <p:cNvPr id="5" name="Footer Placeholder 4"/>
          <p:cNvSpPr>
            <a:spLocks noGrp="1"/>
          </p:cNvSpPr>
          <p:nvPr>
            <p:ph type="ftr" sz="quarter" idx="11"/>
          </p:nvPr>
        </p:nvSpPr>
        <p:spPr/>
        <p:txBody>
          <a:bodyPr/>
          <a:lstStyle/>
          <a:p>
            <a:endParaRPr lang="en-IN"/>
          </a:p>
        </p:txBody>
      </p:sp>
      <p:sp>
        <p:nvSpPr>
          <p:cNvPr id="13" name="Rectangle 12"/>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33224FE2-F166-424E-891C-655A6D0BEE38}" type="slidenum">
              <a:rPr lang="en-IN" smtClean="0"/>
              <a:t>‹#›</a:t>
            </a:fld>
            <a:endParaRPr lang="en-IN"/>
          </a:p>
        </p:txBody>
      </p:sp>
    </p:spTree>
    <p:extLst>
      <p:ext uri="{BB962C8B-B14F-4D97-AF65-F5344CB8AC3E}">
        <p14:creationId xmlns:p14="http://schemas.microsoft.com/office/powerpoint/2010/main" val="96623403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Quote with Caption">
    <p:spTree>
      <p:nvGrpSpPr>
        <p:cNvPr id="1" name=""/>
        <p:cNvGrpSpPr/>
        <p:nvPr/>
      </p:nvGrpSpPr>
      <p:grpSpPr>
        <a:xfrm>
          <a:off x="0" y="0"/>
          <a:ext cx="0" cy="0"/>
          <a:chOff x="0" y="0"/>
          <a:chExt cx="0" cy="0"/>
        </a:xfrm>
      </p:grpSpPr>
      <p:grpSp>
        <p:nvGrpSpPr>
          <p:cNvPr id="7" name="Group 6"/>
          <p:cNvGrpSpPr/>
          <p:nvPr/>
        </p:nvGrpSpPr>
        <p:grpSpPr>
          <a:xfrm>
            <a:off x="0" y="-2373"/>
            <a:ext cx="12192000" cy="6867027"/>
            <a:chOff x="0" y="-2373"/>
            <a:chExt cx="12192000" cy="6867027"/>
          </a:xfrm>
        </p:grpSpPr>
        <p:sp>
          <p:nvSpPr>
            <p:cNvPr id="15" name="Rectangle 14"/>
            <p:cNvSpPr/>
            <p:nvPr/>
          </p:nvSpPr>
          <p:spPr>
            <a:xfrm>
              <a:off x="0" y="0"/>
              <a:ext cx="12192000" cy="6858000"/>
            </a:xfrm>
            <a:prstGeom prst="rect">
              <a:avLst/>
            </a:prstGeom>
            <a:blipFill>
              <a:blip r:embed="rId2">
                <a:duotone>
                  <a:schemeClr val="dk2">
                    <a:shade val="62000"/>
                    <a:hueMod val="108000"/>
                    <a:satMod val="164000"/>
                    <a:lumMod val="69000"/>
                  </a:schemeClr>
                  <a:schemeClr val="dk2">
                    <a:tint val="96000"/>
                    <a:hueMod val="90000"/>
                    <a:satMod val="130000"/>
                    <a:lumMod val="134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3220" y="2667000"/>
              <a:ext cx="4191000" cy="4191000"/>
            </a:xfrm>
            <a:prstGeom prst="ellipse">
              <a:avLst/>
            </a:prstGeom>
            <a:gradFill flip="none" rotWithShape="1">
              <a:gsLst>
                <a:gs pos="0">
                  <a:schemeClr val="bg2">
                    <a:lumMod val="40000"/>
                    <a:lumOff val="60000"/>
                    <a:alpha val="11000"/>
                  </a:schemeClr>
                </a:gs>
                <a:gs pos="75000">
                  <a:schemeClr val="bg2">
                    <a:lumMod val="40000"/>
                    <a:lumOff val="60000"/>
                    <a:alpha val="0"/>
                  </a:schemeClr>
                </a:gs>
                <a:gs pos="36000">
                  <a:schemeClr val="bg2">
                    <a:lumMod val="40000"/>
                    <a:lumOff val="60000"/>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1750" y="2895600"/>
              <a:ext cx="2362200" cy="2362200"/>
            </a:xfrm>
            <a:prstGeom prst="ellipse">
              <a:avLst/>
            </a:prstGeom>
            <a:gradFill flip="none" rotWithShape="1">
              <a:gsLst>
                <a:gs pos="0">
                  <a:schemeClr val="bg2">
                    <a:lumMod val="40000"/>
                    <a:lumOff val="60000"/>
                    <a:alpha val="8000"/>
                  </a:schemeClr>
                </a:gs>
                <a:gs pos="72000">
                  <a:schemeClr val="bg2">
                    <a:lumMod val="40000"/>
                    <a:lumOff val="60000"/>
                    <a:alpha val="0"/>
                  </a:schemeClr>
                </a:gs>
                <a:gs pos="36000">
                  <a:schemeClr val="bg2">
                    <a:lumMod val="40000"/>
                    <a:lumOff val="60000"/>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1676400"/>
              <a:ext cx="2819400" cy="2819400"/>
            </a:xfrm>
            <a:prstGeom prst="ellipse">
              <a:avLst/>
            </a:prstGeom>
            <a:gradFill flip="none" rotWithShape="1">
              <a:gsLst>
                <a:gs pos="0">
                  <a:schemeClr val="bg2">
                    <a:lumMod val="40000"/>
                    <a:lumOff val="60000"/>
                    <a:alpha val="7000"/>
                  </a:schemeClr>
                </a:gs>
                <a:gs pos="69000">
                  <a:schemeClr val="bg2">
                    <a:lumMod val="40000"/>
                    <a:lumOff val="60000"/>
                    <a:alpha val="0"/>
                  </a:schemeClr>
                </a:gs>
                <a:gs pos="36000">
                  <a:schemeClr val="bg2">
                    <a:lumMod val="40000"/>
                    <a:lumOff val="6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7999412" y="-2373"/>
              <a:ext cx="1600200" cy="1600200"/>
            </a:xfrm>
            <a:prstGeom prst="ellipse">
              <a:avLst/>
            </a:prstGeom>
            <a:gradFill flip="none" rotWithShape="1">
              <a:gsLst>
                <a:gs pos="0">
                  <a:schemeClr val="bg2">
                    <a:lumMod val="40000"/>
                    <a:lumOff val="60000"/>
                    <a:alpha val="14000"/>
                  </a:schemeClr>
                </a:gs>
                <a:gs pos="73000">
                  <a:schemeClr val="bg2">
                    <a:lumMod val="40000"/>
                    <a:lumOff val="60000"/>
                    <a:alpha val="0"/>
                  </a:schemeClr>
                </a:gs>
                <a:gs pos="36000">
                  <a:schemeClr val="bg2">
                    <a:lumMod val="40000"/>
                    <a:lumOff val="60000"/>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8609012" y="5874054"/>
              <a:ext cx="990600" cy="990600"/>
            </a:xfrm>
            <a:prstGeom prst="ellipse">
              <a:avLst/>
            </a:prstGeom>
            <a:gradFill flip="none" rotWithShape="1">
              <a:gsLst>
                <a:gs pos="0">
                  <a:schemeClr val="bg2">
                    <a:lumMod val="40000"/>
                    <a:lumOff val="60000"/>
                    <a:alpha val="14000"/>
                  </a:schemeClr>
                </a:gs>
                <a:gs pos="66000">
                  <a:schemeClr val="bg2">
                    <a:lumMod val="40000"/>
                    <a:lumOff val="60000"/>
                    <a:alpha val="0"/>
                  </a:schemeClr>
                </a:gs>
                <a:gs pos="36000">
                  <a:schemeClr val="bg2">
                    <a:lumMod val="40000"/>
                    <a:lumOff val="60000"/>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3" name="Freeform 5"/>
            <p:cNvSpPr/>
            <p:nvPr/>
          </p:nvSpPr>
          <p:spPr bwMode="gray">
            <a:xfrm rot="21010068">
              <a:off x="8490951" y="41851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24"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6"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13" name="TextBox 12"/>
          <p:cNvSpPr txBox="1"/>
          <p:nvPr/>
        </p:nvSpPr>
        <p:spPr>
          <a:xfrm>
            <a:off x="9719438" y="2631815"/>
            <a:ext cx="801912" cy="1569660"/>
          </a:xfrm>
          <a:prstGeom prst="rect">
            <a:avLst/>
          </a:prstGeom>
          <a:noFill/>
        </p:spPr>
        <p:txBody>
          <a:bodyPr wrap="square" rtlCol="0">
            <a:spAutoFit/>
          </a:bodyPr>
          <a:lstStyle>
            <a:defPPr>
              <a:defRPr lang="en-US"/>
            </a:defPPr>
            <a:lvl1pPr algn="r">
              <a:defRPr sz="12200" b="0" i="0">
                <a:solidFill>
                  <a:schemeClr val="accent1"/>
                </a:solidFill>
                <a:latin typeface="Arial"/>
                <a:cs typeface="Arial"/>
              </a:defRPr>
            </a:lvl1pPr>
          </a:lstStyle>
          <a:p>
            <a:pPr lvl="0"/>
            <a:r>
              <a:rPr lang="en-US" sz="9600" dirty="0"/>
              <a:t>”</a:t>
            </a:r>
          </a:p>
        </p:txBody>
      </p:sp>
      <p:sp>
        <p:nvSpPr>
          <p:cNvPr id="9" name="TextBox 8"/>
          <p:cNvSpPr txBox="1"/>
          <p:nvPr/>
        </p:nvSpPr>
        <p:spPr>
          <a:xfrm>
            <a:off x="898295" y="591093"/>
            <a:ext cx="801912" cy="1569660"/>
          </a:xfrm>
          <a:prstGeom prst="rect">
            <a:avLst/>
          </a:prstGeom>
          <a:noFill/>
        </p:spPr>
        <p:txBody>
          <a:bodyPr wrap="square" rtlCol="0">
            <a:spAutoFit/>
          </a:bodyPr>
          <a:lstStyle>
            <a:defPPr>
              <a:defRPr lang="en-US"/>
            </a:defPPr>
            <a:lvl1pPr algn="r">
              <a:defRPr sz="12200" b="0" i="0">
                <a:solidFill>
                  <a:schemeClr val="accent1"/>
                </a:solidFill>
                <a:latin typeface="Arial"/>
                <a:cs typeface="Arial"/>
              </a:defRPr>
            </a:lvl1pPr>
          </a:lstStyle>
          <a:p>
            <a:pPr lvl="0"/>
            <a:r>
              <a:rPr lang="en-US" sz="9600" dirty="0"/>
              <a:t>“</a:t>
            </a:r>
          </a:p>
        </p:txBody>
      </p:sp>
      <p:sp>
        <p:nvSpPr>
          <p:cNvPr id="2" name="Title 1"/>
          <p:cNvSpPr>
            <a:spLocks noGrp="1"/>
          </p:cNvSpPr>
          <p:nvPr>
            <p:ph type="title"/>
          </p:nvPr>
        </p:nvSpPr>
        <p:spPr>
          <a:xfrm>
            <a:off x="1581878" y="980517"/>
            <a:ext cx="8453906" cy="2698249"/>
          </a:xfrm>
        </p:spPr>
        <p:txBody>
          <a:bodyPr/>
          <a:lstStyle>
            <a:lvl1pPr>
              <a:defRPr sz="4000"/>
            </a:lvl1pPr>
          </a:lstStyle>
          <a:p>
            <a:r>
              <a:rPr lang="en-US"/>
              <a:t>Click to edit Master title style</a:t>
            </a:r>
            <a:endParaRPr lang="en-US" dirty="0"/>
          </a:p>
        </p:txBody>
      </p:sp>
      <p:sp>
        <p:nvSpPr>
          <p:cNvPr id="14" name="Text Placeholder 3"/>
          <p:cNvSpPr>
            <a:spLocks noGrp="1"/>
          </p:cNvSpPr>
          <p:nvPr>
            <p:ph type="body" sz="half" idx="13"/>
          </p:nvPr>
        </p:nvSpPr>
        <p:spPr bwMode="gray">
          <a:xfrm>
            <a:off x="1945945" y="3678766"/>
            <a:ext cx="7725772" cy="342174"/>
          </a:xfrm>
        </p:spPr>
        <p:txBody>
          <a:bodyPr anchor="t">
            <a:normAutofit/>
          </a:bodyPr>
          <a:lstStyle>
            <a:lvl1pPr marL="0" indent="0">
              <a:buNone/>
              <a:defRPr lang="en-US" sz="1400" b="0" i="0" kern="1200" cap="small" dirty="0">
                <a:solidFill>
                  <a:schemeClr val="accent1"/>
                </a:solidFill>
                <a:latin typeface="+mn-lt"/>
                <a:ea typeface="+mn-ea"/>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C2311BFE-F8D0-4A35-8440-05C2C7335602}" type="datetimeFigureOut">
              <a:rPr lang="en-IN" smtClean="0"/>
              <a:t>24-03-2026</a:t>
            </a:fld>
            <a:endParaRPr lang="en-IN"/>
          </a:p>
        </p:txBody>
      </p:sp>
      <p:sp>
        <p:nvSpPr>
          <p:cNvPr id="5" name="Footer Placeholder 4"/>
          <p:cNvSpPr>
            <a:spLocks noGrp="1"/>
          </p:cNvSpPr>
          <p:nvPr>
            <p:ph type="ftr" sz="quarter" idx="11"/>
          </p:nvPr>
        </p:nvSpPr>
        <p:spPr/>
        <p:txBody>
          <a:bodyPr/>
          <a:lstStyle/>
          <a:p>
            <a:endParaRPr lang="en-IN"/>
          </a:p>
        </p:txBody>
      </p:sp>
      <p:sp>
        <p:nvSpPr>
          <p:cNvPr id="32" name="Rectangle 31"/>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33224FE2-F166-424E-891C-655A6D0BEE38}" type="slidenum">
              <a:rPr lang="en-IN" smtClean="0"/>
              <a:t>‹#›</a:t>
            </a:fld>
            <a:endParaRPr lang="en-IN"/>
          </a:p>
        </p:txBody>
      </p:sp>
    </p:spTree>
    <p:extLst>
      <p:ext uri="{BB962C8B-B14F-4D97-AF65-F5344CB8AC3E}">
        <p14:creationId xmlns:p14="http://schemas.microsoft.com/office/powerpoint/2010/main" val="14889255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Name Card">
    <p:spTree>
      <p:nvGrpSpPr>
        <p:cNvPr id="1" name=""/>
        <p:cNvGrpSpPr/>
        <p:nvPr/>
      </p:nvGrpSpPr>
      <p:grpSpPr>
        <a:xfrm>
          <a:off x="0" y="0"/>
          <a:ext cx="0" cy="0"/>
          <a:chOff x="0" y="0"/>
          <a:chExt cx="0" cy="0"/>
        </a:xfrm>
      </p:grpSpPr>
      <p:grpSp>
        <p:nvGrpSpPr>
          <p:cNvPr id="18" name="Group 17"/>
          <p:cNvGrpSpPr/>
          <p:nvPr/>
        </p:nvGrpSpPr>
        <p:grpSpPr>
          <a:xfrm>
            <a:off x="0" y="-2373"/>
            <a:ext cx="12192000" cy="6867027"/>
            <a:chOff x="0" y="-2373"/>
            <a:chExt cx="12192000" cy="6867027"/>
          </a:xfrm>
        </p:grpSpPr>
        <p:sp>
          <p:nvSpPr>
            <p:cNvPr id="10" name="Rectangle 9"/>
            <p:cNvSpPr/>
            <p:nvPr/>
          </p:nvSpPr>
          <p:spPr>
            <a:xfrm>
              <a:off x="0" y="0"/>
              <a:ext cx="12192000" cy="6858000"/>
            </a:xfrm>
            <a:prstGeom prst="rect">
              <a:avLst/>
            </a:prstGeom>
            <a:blipFill>
              <a:blip r:embed="rId2">
                <a:duotone>
                  <a:schemeClr val="dk2">
                    <a:shade val="62000"/>
                    <a:hueMod val="108000"/>
                    <a:satMod val="164000"/>
                    <a:lumMod val="69000"/>
                  </a:schemeClr>
                  <a:schemeClr val="dk2">
                    <a:tint val="96000"/>
                    <a:hueMod val="90000"/>
                    <a:satMod val="130000"/>
                    <a:lumMod val="134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Oval 12"/>
            <p:cNvSpPr/>
            <p:nvPr/>
          </p:nvSpPr>
          <p:spPr>
            <a:xfrm>
              <a:off x="3220" y="2667000"/>
              <a:ext cx="4191000" cy="4191000"/>
            </a:xfrm>
            <a:prstGeom prst="ellipse">
              <a:avLst/>
            </a:prstGeom>
            <a:gradFill flip="none" rotWithShape="1">
              <a:gsLst>
                <a:gs pos="0">
                  <a:schemeClr val="bg2">
                    <a:lumMod val="40000"/>
                    <a:lumOff val="60000"/>
                    <a:alpha val="11000"/>
                  </a:schemeClr>
                </a:gs>
                <a:gs pos="75000">
                  <a:schemeClr val="bg2">
                    <a:lumMod val="40000"/>
                    <a:lumOff val="60000"/>
                    <a:alpha val="0"/>
                  </a:schemeClr>
                </a:gs>
                <a:gs pos="36000">
                  <a:schemeClr val="bg2">
                    <a:lumMod val="40000"/>
                    <a:lumOff val="60000"/>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4" name="Oval 13"/>
            <p:cNvSpPr/>
            <p:nvPr/>
          </p:nvSpPr>
          <p:spPr>
            <a:xfrm>
              <a:off x="1750" y="2895600"/>
              <a:ext cx="2362200" cy="2362200"/>
            </a:xfrm>
            <a:prstGeom prst="ellipse">
              <a:avLst/>
            </a:prstGeom>
            <a:gradFill flip="none" rotWithShape="1">
              <a:gsLst>
                <a:gs pos="0">
                  <a:schemeClr val="bg2">
                    <a:lumMod val="40000"/>
                    <a:lumOff val="60000"/>
                    <a:alpha val="8000"/>
                  </a:schemeClr>
                </a:gs>
                <a:gs pos="72000">
                  <a:schemeClr val="bg2">
                    <a:lumMod val="40000"/>
                    <a:lumOff val="60000"/>
                    <a:alpha val="0"/>
                  </a:schemeClr>
                </a:gs>
                <a:gs pos="36000">
                  <a:schemeClr val="bg2">
                    <a:lumMod val="40000"/>
                    <a:lumOff val="60000"/>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8609012" y="1676400"/>
              <a:ext cx="2819400" cy="2819400"/>
            </a:xfrm>
            <a:prstGeom prst="ellipse">
              <a:avLst/>
            </a:prstGeom>
            <a:gradFill flip="none" rotWithShape="1">
              <a:gsLst>
                <a:gs pos="0">
                  <a:schemeClr val="bg2">
                    <a:lumMod val="40000"/>
                    <a:lumOff val="60000"/>
                    <a:alpha val="7000"/>
                  </a:schemeClr>
                </a:gs>
                <a:gs pos="69000">
                  <a:schemeClr val="bg2">
                    <a:lumMod val="40000"/>
                    <a:lumOff val="60000"/>
                    <a:alpha val="0"/>
                  </a:schemeClr>
                </a:gs>
                <a:gs pos="36000">
                  <a:schemeClr val="bg2">
                    <a:lumMod val="40000"/>
                    <a:lumOff val="6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7999412" y="-2373"/>
              <a:ext cx="1600200" cy="1600200"/>
            </a:xfrm>
            <a:prstGeom prst="ellipse">
              <a:avLst/>
            </a:prstGeom>
            <a:gradFill flip="none" rotWithShape="1">
              <a:gsLst>
                <a:gs pos="0">
                  <a:schemeClr val="bg2">
                    <a:lumMod val="40000"/>
                    <a:lumOff val="60000"/>
                    <a:alpha val="14000"/>
                  </a:schemeClr>
                </a:gs>
                <a:gs pos="73000">
                  <a:schemeClr val="bg2">
                    <a:lumMod val="40000"/>
                    <a:lumOff val="60000"/>
                    <a:alpha val="0"/>
                  </a:schemeClr>
                </a:gs>
                <a:gs pos="36000">
                  <a:schemeClr val="bg2">
                    <a:lumMod val="40000"/>
                    <a:lumOff val="60000"/>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8609012" y="5874054"/>
              <a:ext cx="990600" cy="990600"/>
            </a:xfrm>
            <a:prstGeom prst="ellipse">
              <a:avLst/>
            </a:prstGeom>
            <a:gradFill flip="none" rotWithShape="1">
              <a:gsLst>
                <a:gs pos="0">
                  <a:schemeClr val="bg2">
                    <a:lumMod val="40000"/>
                    <a:lumOff val="60000"/>
                    <a:alpha val="14000"/>
                  </a:schemeClr>
                </a:gs>
                <a:gs pos="66000">
                  <a:schemeClr val="bg2">
                    <a:lumMod val="40000"/>
                    <a:lumOff val="60000"/>
                    <a:alpha val="0"/>
                  </a:schemeClr>
                </a:gs>
                <a:gs pos="36000">
                  <a:schemeClr val="bg2">
                    <a:lumMod val="40000"/>
                    <a:lumOff val="60000"/>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7" name="Freeform 5"/>
            <p:cNvSpPr/>
            <p:nvPr/>
          </p:nvSpPr>
          <p:spPr bwMode="gray">
            <a:xfrm rot="21010068">
              <a:off x="8490951" y="4193583"/>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8"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1"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2370667"/>
            <a:ext cx="8825660" cy="1822514"/>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5033068"/>
            <a:ext cx="8825659" cy="860400"/>
          </a:xfrm>
        </p:spPr>
        <p:txBody>
          <a:bodyPr anchor="t"/>
          <a:lstStyle>
            <a:lvl1pPr marL="0" indent="0" algn="l">
              <a:buNone/>
              <a:defRPr sz="2000" cap="none">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2311BFE-F8D0-4A35-8440-05C2C7335602}" type="datetimeFigureOut">
              <a:rPr lang="en-IN" smtClean="0"/>
              <a:t>24-03-2026</a:t>
            </a:fld>
            <a:endParaRPr lang="en-IN"/>
          </a:p>
        </p:txBody>
      </p:sp>
      <p:sp>
        <p:nvSpPr>
          <p:cNvPr id="5" name="Footer Placeholder 4"/>
          <p:cNvSpPr>
            <a:spLocks noGrp="1"/>
          </p:cNvSpPr>
          <p:nvPr>
            <p:ph type="ftr" sz="quarter" idx="11"/>
          </p:nvPr>
        </p:nvSpPr>
        <p:spPr/>
        <p:txBody>
          <a:bodyPr/>
          <a:lstStyle/>
          <a:p>
            <a:endParaRPr lang="en-IN"/>
          </a:p>
        </p:txBody>
      </p:sp>
      <p:sp>
        <p:nvSpPr>
          <p:cNvPr id="12" name="Rectangle 11"/>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33224FE2-F166-424E-891C-655A6D0BEE38}" type="slidenum">
              <a:rPr lang="en-IN" smtClean="0"/>
              <a:t>‹#›</a:t>
            </a:fld>
            <a:endParaRPr lang="en-IN"/>
          </a:p>
        </p:txBody>
      </p:sp>
    </p:spTree>
    <p:extLst>
      <p:ext uri="{BB962C8B-B14F-4D97-AF65-F5344CB8AC3E}">
        <p14:creationId xmlns:p14="http://schemas.microsoft.com/office/powerpoint/2010/main" val="6882063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54954" y="2617299"/>
            <a:ext cx="3129168"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1154954" y="3193561"/>
            <a:ext cx="3129168" cy="283349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4512721" y="2603502"/>
            <a:ext cx="3145380"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4512721" y="3193561"/>
            <a:ext cx="3145380" cy="283349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886700" y="2617299"/>
            <a:ext cx="3161029" cy="576261"/>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886700" y="3193561"/>
            <a:ext cx="3164719" cy="28334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22" name="Straight Connector 21"/>
          <p:cNvCxnSpPr/>
          <p:nvPr/>
        </p:nvCxnSpPr>
        <p:spPr>
          <a:xfrm>
            <a:off x="4403971" y="2569633"/>
            <a:ext cx="0" cy="3492499"/>
          </a:xfrm>
          <a:prstGeom prst="line">
            <a:avLst/>
          </a:prstGeom>
          <a:ln w="12700" cmpd="sng">
            <a:solidFill>
              <a:schemeClr val="accent1">
                <a:alpha val="41000"/>
              </a:schemeClr>
            </a:solidFill>
          </a:ln>
        </p:spPr>
        <p:style>
          <a:lnRef idx="2">
            <a:schemeClr val="accent1"/>
          </a:lnRef>
          <a:fillRef idx="0">
            <a:schemeClr val="accent1"/>
          </a:fillRef>
          <a:effectRef idx="1">
            <a:schemeClr val="accent1"/>
          </a:effectRef>
          <a:fontRef idx="minor">
            <a:schemeClr val="tx1"/>
          </a:fontRef>
        </p:style>
      </p:cxnSp>
      <p:cxnSp>
        <p:nvCxnSpPr>
          <p:cNvPr id="23" name="Straight Connector 22"/>
          <p:cNvCxnSpPr/>
          <p:nvPr/>
        </p:nvCxnSpPr>
        <p:spPr>
          <a:xfrm>
            <a:off x="7772401" y="2569633"/>
            <a:ext cx="0" cy="3492499"/>
          </a:xfrm>
          <a:prstGeom prst="line">
            <a:avLst/>
          </a:prstGeom>
          <a:ln w="12700" cmpd="sng">
            <a:solidFill>
              <a:schemeClr val="accent1">
                <a:alpha val="41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C2311BFE-F8D0-4A35-8440-05C2C7335602}" type="datetimeFigureOut">
              <a:rPr lang="en-IN" smtClean="0"/>
              <a:t>24-03-2026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33224FE2-F166-424E-891C-655A6D0BEE38}" type="slidenum">
              <a:rPr lang="en-IN" smtClean="0"/>
              <a:t>‹#›</a:t>
            </a:fld>
            <a:endParaRPr lang="en-IN"/>
          </a:p>
        </p:txBody>
      </p:sp>
    </p:spTree>
    <p:extLst>
      <p:ext uri="{BB962C8B-B14F-4D97-AF65-F5344CB8AC3E}">
        <p14:creationId xmlns:p14="http://schemas.microsoft.com/office/powerpoint/2010/main" val="292353033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54952" y="4532845"/>
            <a:ext cx="3050439"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1334552"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1154953" y="5109107"/>
            <a:ext cx="3050437" cy="91794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4572537" y="4532846"/>
            <a:ext cx="3046766" cy="651156"/>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4748463" y="2603500"/>
            <a:ext cx="2691241"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4568865" y="5184002"/>
            <a:ext cx="3050438" cy="84305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983434" y="4532847"/>
            <a:ext cx="3050438" cy="651154"/>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8163031"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983434" y="5184001"/>
            <a:ext cx="3050437" cy="843054"/>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4388153" y="2603500"/>
            <a:ext cx="0" cy="3517594"/>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7801905" y="2603500"/>
            <a:ext cx="0" cy="3492500"/>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C2311BFE-F8D0-4A35-8440-05C2C7335602}" type="datetimeFigureOut">
              <a:rPr lang="en-IN" smtClean="0"/>
              <a:t>24-03-2026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33224FE2-F166-424E-891C-655A6D0BEE38}" type="slidenum">
              <a:rPr lang="en-IN" smtClean="0"/>
              <a:t>‹#›</a:t>
            </a:fld>
            <a:endParaRPr lang="en-IN"/>
          </a:p>
        </p:txBody>
      </p:sp>
    </p:spTree>
    <p:extLst>
      <p:ext uri="{BB962C8B-B14F-4D97-AF65-F5344CB8AC3E}">
        <p14:creationId xmlns:p14="http://schemas.microsoft.com/office/powerpoint/2010/main" val="264360343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1154953" y="973668"/>
            <a:ext cx="8825660" cy="706964"/>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311BFE-F8D0-4A35-8440-05C2C7335602}" type="datetimeFigureOut">
              <a:rPr lang="en-IN" smtClean="0"/>
              <a:t>24-03-2026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3224FE2-F166-424E-891C-655A6D0BEE38}" type="slidenum">
              <a:rPr lang="en-IN" smtClean="0"/>
              <a:t>‹#›</a:t>
            </a:fld>
            <a:endParaRPr lang="en-IN"/>
          </a:p>
        </p:txBody>
      </p:sp>
    </p:spTree>
    <p:extLst>
      <p:ext uri="{BB962C8B-B14F-4D97-AF65-F5344CB8AC3E}">
        <p14:creationId xmlns:p14="http://schemas.microsoft.com/office/powerpoint/2010/main" val="184500407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grpSp>
        <p:nvGrpSpPr>
          <p:cNvPr id="19" name="Group 18"/>
          <p:cNvGrpSpPr/>
          <p:nvPr/>
        </p:nvGrpSpPr>
        <p:grpSpPr>
          <a:xfrm>
            <a:off x="0" y="-2373"/>
            <a:ext cx="12192000" cy="6867027"/>
            <a:chOff x="0" y="-2373"/>
            <a:chExt cx="12192000" cy="6867027"/>
          </a:xfrm>
        </p:grpSpPr>
        <p:sp>
          <p:nvSpPr>
            <p:cNvPr id="11" name="Rectangle 10"/>
            <p:cNvSpPr/>
            <p:nvPr/>
          </p:nvSpPr>
          <p:spPr>
            <a:xfrm>
              <a:off x="0" y="0"/>
              <a:ext cx="12192000" cy="6858000"/>
            </a:xfrm>
            <a:prstGeom prst="rect">
              <a:avLst/>
            </a:prstGeom>
            <a:blipFill>
              <a:blip r:embed="rId2">
                <a:duotone>
                  <a:schemeClr val="dk2">
                    <a:shade val="62000"/>
                    <a:hueMod val="108000"/>
                    <a:satMod val="164000"/>
                    <a:lumMod val="69000"/>
                  </a:schemeClr>
                  <a:schemeClr val="dk2">
                    <a:tint val="96000"/>
                    <a:hueMod val="90000"/>
                    <a:satMod val="130000"/>
                    <a:lumMod val="134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Oval 13"/>
            <p:cNvSpPr/>
            <p:nvPr/>
          </p:nvSpPr>
          <p:spPr>
            <a:xfrm>
              <a:off x="3220" y="2667000"/>
              <a:ext cx="4191000" cy="4191000"/>
            </a:xfrm>
            <a:prstGeom prst="ellipse">
              <a:avLst/>
            </a:prstGeom>
            <a:gradFill flip="none" rotWithShape="1">
              <a:gsLst>
                <a:gs pos="0">
                  <a:schemeClr val="bg2">
                    <a:lumMod val="40000"/>
                    <a:lumOff val="60000"/>
                    <a:alpha val="11000"/>
                  </a:schemeClr>
                </a:gs>
                <a:gs pos="75000">
                  <a:schemeClr val="bg2">
                    <a:lumMod val="40000"/>
                    <a:lumOff val="60000"/>
                    <a:alpha val="0"/>
                  </a:schemeClr>
                </a:gs>
                <a:gs pos="36000">
                  <a:schemeClr val="bg2">
                    <a:lumMod val="40000"/>
                    <a:lumOff val="60000"/>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1750" y="2895600"/>
              <a:ext cx="2362200" cy="2362200"/>
            </a:xfrm>
            <a:prstGeom prst="ellipse">
              <a:avLst/>
            </a:prstGeom>
            <a:gradFill flip="none" rotWithShape="1">
              <a:gsLst>
                <a:gs pos="0">
                  <a:schemeClr val="bg2">
                    <a:lumMod val="40000"/>
                    <a:lumOff val="60000"/>
                    <a:alpha val="8000"/>
                  </a:schemeClr>
                </a:gs>
                <a:gs pos="72000">
                  <a:schemeClr val="bg2">
                    <a:lumMod val="40000"/>
                    <a:lumOff val="60000"/>
                    <a:alpha val="0"/>
                  </a:schemeClr>
                </a:gs>
                <a:gs pos="36000">
                  <a:schemeClr val="bg2">
                    <a:lumMod val="40000"/>
                    <a:lumOff val="60000"/>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1676400"/>
              <a:ext cx="2819400" cy="2819400"/>
            </a:xfrm>
            <a:prstGeom prst="ellipse">
              <a:avLst/>
            </a:prstGeom>
            <a:gradFill flip="none" rotWithShape="1">
              <a:gsLst>
                <a:gs pos="0">
                  <a:schemeClr val="bg2">
                    <a:lumMod val="40000"/>
                    <a:lumOff val="60000"/>
                    <a:alpha val="7000"/>
                  </a:schemeClr>
                </a:gs>
                <a:gs pos="69000">
                  <a:schemeClr val="bg2">
                    <a:lumMod val="40000"/>
                    <a:lumOff val="60000"/>
                    <a:alpha val="0"/>
                  </a:schemeClr>
                </a:gs>
                <a:gs pos="36000">
                  <a:schemeClr val="bg2">
                    <a:lumMod val="40000"/>
                    <a:lumOff val="6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7999412" y="-2373"/>
              <a:ext cx="1600200" cy="1600200"/>
            </a:xfrm>
            <a:prstGeom prst="ellipse">
              <a:avLst/>
            </a:prstGeom>
            <a:gradFill flip="none" rotWithShape="1">
              <a:gsLst>
                <a:gs pos="0">
                  <a:schemeClr val="bg2">
                    <a:lumMod val="40000"/>
                    <a:lumOff val="60000"/>
                    <a:alpha val="14000"/>
                  </a:schemeClr>
                </a:gs>
                <a:gs pos="73000">
                  <a:schemeClr val="bg2">
                    <a:lumMod val="40000"/>
                    <a:lumOff val="60000"/>
                    <a:alpha val="0"/>
                  </a:schemeClr>
                </a:gs>
                <a:gs pos="36000">
                  <a:schemeClr val="bg2">
                    <a:lumMod val="40000"/>
                    <a:lumOff val="60000"/>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5874054"/>
              <a:ext cx="990600" cy="990600"/>
            </a:xfrm>
            <a:prstGeom prst="ellipse">
              <a:avLst/>
            </a:prstGeom>
            <a:gradFill flip="none" rotWithShape="1">
              <a:gsLst>
                <a:gs pos="0">
                  <a:schemeClr val="bg2">
                    <a:lumMod val="40000"/>
                    <a:lumOff val="60000"/>
                    <a:alpha val="14000"/>
                  </a:schemeClr>
                </a:gs>
                <a:gs pos="66000">
                  <a:schemeClr val="bg2">
                    <a:lumMod val="40000"/>
                    <a:lumOff val="60000"/>
                    <a:alpha val="0"/>
                  </a:schemeClr>
                </a:gs>
                <a:gs pos="36000">
                  <a:schemeClr val="bg2">
                    <a:lumMod val="40000"/>
                    <a:lumOff val="60000"/>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7" name="Freeform 5"/>
            <p:cNvSpPr/>
            <p:nvPr/>
          </p:nvSpPr>
          <p:spPr bwMode="gray">
            <a:xfrm rot="5101749">
              <a:off x="6294738" y="457773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8" name="Rectangle 7"/>
            <p:cNvSpPr/>
            <p:nvPr/>
          </p:nvSpPr>
          <p:spPr>
            <a:xfrm>
              <a:off x="414867" y="402165"/>
              <a:ext cx="6510866"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9" name="Freeform 5"/>
            <p:cNvSpPr/>
            <p:nvPr/>
          </p:nvSpPr>
          <p:spPr bwMode="gray">
            <a:xfrm rot="5400000">
              <a:off x="44492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Vertical Title 1"/>
          <p:cNvSpPr>
            <a:spLocks noGrp="1"/>
          </p:cNvSpPr>
          <p:nvPr>
            <p:ph type="title" orient="vert"/>
          </p:nvPr>
        </p:nvSpPr>
        <p:spPr>
          <a:xfrm>
            <a:off x="8576756" y="1278468"/>
            <a:ext cx="1413933" cy="4748589"/>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1154954" y="1278468"/>
            <a:ext cx="6247546" cy="474859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311BFE-F8D0-4A35-8440-05C2C7335602}" type="datetimeFigureOut">
              <a:rPr lang="en-IN" smtClean="0"/>
              <a:t>24-03-2026</a:t>
            </a:fld>
            <a:endParaRPr lang="en-IN"/>
          </a:p>
        </p:txBody>
      </p:sp>
      <p:sp>
        <p:nvSpPr>
          <p:cNvPr id="5" name="Footer Placeholder 4"/>
          <p:cNvSpPr>
            <a:spLocks noGrp="1"/>
          </p:cNvSpPr>
          <p:nvPr>
            <p:ph type="ftr" sz="quarter" idx="11"/>
          </p:nvPr>
        </p:nvSpPr>
        <p:spPr/>
        <p:txBody>
          <a:bodyPr/>
          <a:lstStyle/>
          <a:p>
            <a:endParaRPr lang="en-IN"/>
          </a:p>
        </p:txBody>
      </p:sp>
      <p:sp>
        <p:nvSpPr>
          <p:cNvPr id="13" name="Rectangle 12"/>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33224FE2-F166-424E-891C-655A6D0BEE38}" type="slidenum">
              <a:rPr lang="en-IN" smtClean="0"/>
              <a:t>‹#›</a:t>
            </a:fld>
            <a:endParaRPr lang="en-IN"/>
          </a:p>
        </p:txBody>
      </p:sp>
    </p:spTree>
    <p:extLst>
      <p:ext uri="{BB962C8B-B14F-4D97-AF65-F5344CB8AC3E}">
        <p14:creationId xmlns:p14="http://schemas.microsoft.com/office/powerpoint/2010/main" val="6135287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267698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9" name="Group 8"/>
          <p:cNvGrpSpPr/>
          <p:nvPr/>
        </p:nvGrpSpPr>
        <p:grpSpPr>
          <a:xfrm>
            <a:off x="0" y="-2373"/>
            <a:ext cx="12192000" cy="6867027"/>
            <a:chOff x="0" y="-2373"/>
            <a:chExt cx="12192000" cy="6867027"/>
          </a:xfrm>
        </p:grpSpPr>
        <p:sp>
          <p:nvSpPr>
            <p:cNvPr id="26" name="Rectangle 25"/>
            <p:cNvSpPr/>
            <p:nvPr/>
          </p:nvSpPr>
          <p:spPr>
            <a:xfrm>
              <a:off x="0" y="0"/>
              <a:ext cx="12192000" cy="6858000"/>
            </a:xfrm>
            <a:prstGeom prst="rect">
              <a:avLst/>
            </a:prstGeom>
            <a:blipFill>
              <a:blip r:embed="rId20">
                <a:duotone>
                  <a:schemeClr val="dk2">
                    <a:shade val="62000"/>
                    <a:hueMod val="108000"/>
                    <a:satMod val="164000"/>
                    <a:lumMod val="69000"/>
                  </a:schemeClr>
                  <a:schemeClr val="dk2">
                    <a:tint val="96000"/>
                    <a:hueMod val="90000"/>
                    <a:satMod val="130000"/>
                    <a:lumMod val="134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3220" y="2667000"/>
              <a:ext cx="4191000" cy="4191000"/>
            </a:xfrm>
            <a:prstGeom prst="ellipse">
              <a:avLst/>
            </a:prstGeom>
            <a:gradFill flip="none" rotWithShape="1">
              <a:gsLst>
                <a:gs pos="0">
                  <a:schemeClr val="bg2">
                    <a:lumMod val="40000"/>
                    <a:lumOff val="60000"/>
                    <a:alpha val="11000"/>
                  </a:schemeClr>
                </a:gs>
                <a:gs pos="75000">
                  <a:schemeClr val="bg2">
                    <a:lumMod val="40000"/>
                    <a:lumOff val="60000"/>
                    <a:alpha val="0"/>
                  </a:schemeClr>
                </a:gs>
                <a:gs pos="36000">
                  <a:schemeClr val="bg2">
                    <a:lumMod val="40000"/>
                    <a:lumOff val="60000"/>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1750" y="2895600"/>
              <a:ext cx="2362200" cy="2362200"/>
            </a:xfrm>
            <a:prstGeom prst="ellipse">
              <a:avLst/>
            </a:prstGeom>
            <a:gradFill flip="none" rotWithShape="1">
              <a:gsLst>
                <a:gs pos="0">
                  <a:schemeClr val="bg2">
                    <a:lumMod val="40000"/>
                    <a:lumOff val="60000"/>
                    <a:alpha val="8000"/>
                  </a:schemeClr>
                </a:gs>
                <a:gs pos="72000">
                  <a:schemeClr val="bg2">
                    <a:lumMod val="40000"/>
                    <a:lumOff val="60000"/>
                    <a:alpha val="0"/>
                  </a:schemeClr>
                </a:gs>
                <a:gs pos="36000">
                  <a:schemeClr val="bg2">
                    <a:lumMod val="40000"/>
                    <a:lumOff val="60000"/>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8609012" y="1676400"/>
              <a:ext cx="2819400" cy="2819400"/>
            </a:xfrm>
            <a:prstGeom prst="ellipse">
              <a:avLst/>
            </a:prstGeom>
            <a:gradFill flip="none" rotWithShape="1">
              <a:gsLst>
                <a:gs pos="0">
                  <a:schemeClr val="bg2">
                    <a:lumMod val="40000"/>
                    <a:lumOff val="60000"/>
                    <a:alpha val="7000"/>
                  </a:schemeClr>
                </a:gs>
                <a:gs pos="69000">
                  <a:schemeClr val="bg2">
                    <a:lumMod val="40000"/>
                    <a:lumOff val="60000"/>
                    <a:alpha val="0"/>
                  </a:schemeClr>
                </a:gs>
                <a:gs pos="36000">
                  <a:schemeClr val="bg2">
                    <a:lumMod val="40000"/>
                    <a:lumOff val="6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7999412" y="-2373"/>
              <a:ext cx="1600200" cy="1600200"/>
            </a:xfrm>
            <a:prstGeom prst="ellipse">
              <a:avLst/>
            </a:prstGeom>
            <a:gradFill flip="none" rotWithShape="1">
              <a:gsLst>
                <a:gs pos="0">
                  <a:schemeClr val="bg2">
                    <a:lumMod val="40000"/>
                    <a:lumOff val="60000"/>
                    <a:alpha val="14000"/>
                  </a:schemeClr>
                </a:gs>
                <a:gs pos="73000">
                  <a:schemeClr val="bg2">
                    <a:lumMod val="40000"/>
                    <a:lumOff val="60000"/>
                    <a:alpha val="0"/>
                  </a:schemeClr>
                </a:gs>
                <a:gs pos="36000">
                  <a:schemeClr val="bg2">
                    <a:lumMod val="40000"/>
                    <a:lumOff val="60000"/>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74054"/>
              <a:ext cx="990600" cy="990600"/>
            </a:xfrm>
            <a:prstGeom prst="ellipse">
              <a:avLst/>
            </a:prstGeom>
            <a:gradFill flip="none" rotWithShape="1">
              <a:gsLst>
                <a:gs pos="0">
                  <a:schemeClr val="bg2">
                    <a:lumMod val="40000"/>
                    <a:lumOff val="60000"/>
                    <a:alpha val="14000"/>
                  </a:schemeClr>
                </a:gs>
                <a:gs pos="66000">
                  <a:schemeClr val="bg2">
                    <a:lumMod val="40000"/>
                    <a:lumOff val="60000"/>
                    <a:alpha val="0"/>
                  </a:schemeClr>
                </a:gs>
                <a:gs pos="36000">
                  <a:schemeClr val="bg2">
                    <a:lumMod val="40000"/>
                    <a:lumOff val="60000"/>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3" name="Freeform 5"/>
            <p:cNvSpPr/>
            <p:nvPr/>
          </p:nvSpPr>
          <p:spPr bwMode="gray">
            <a:xfrm rot="21010068">
              <a:off x="8490951" y="17975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20" name="Freeform 5"/>
            <p:cNvSpPr/>
            <p:nvPr/>
          </p:nvSpPr>
          <p:spPr bwMode="gray">
            <a:xfrm>
              <a:off x="459506" y="1866405"/>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21"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Placeholder 1"/>
          <p:cNvSpPr>
            <a:spLocks noGrp="1"/>
          </p:cNvSpPr>
          <p:nvPr>
            <p:ph type="title"/>
          </p:nvPr>
        </p:nvSpPr>
        <p:spPr bwMode="gray">
          <a:xfrm>
            <a:off x="1154953" y="973668"/>
            <a:ext cx="8761413" cy="706964"/>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p:cNvSpPr>
            <a:spLocks noGrp="1"/>
          </p:cNvSpPr>
          <p:nvPr>
            <p:ph type="body" idx="1"/>
          </p:nvPr>
        </p:nvSpPr>
        <p:spPr>
          <a:xfrm>
            <a:off x="1154955" y="2603500"/>
            <a:ext cx="8761412" cy="34163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650938" y="6394061"/>
            <a:ext cx="990599" cy="304799"/>
          </a:xfrm>
          <a:prstGeom prst="rect">
            <a:avLst/>
          </a:prstGeom>
        </p:spPr>
        <p:txBody>
          <a:bodyPr vert="horz" lIns="91440" tIns="45720" rIns="91440" bIns="45720" rtlCol="0" anchor="t"/>
          <a:lstStyle>
            <a:lvl1pPr algn="r">
              <a:defRPr sz="1000" b="1" i="0">
                <a:solidFill>
                  <a:schemeClr val="accent1"/>
                </a:solidFill>
              </a:defRPr>
            </a:lvl1pPr>
          </a:lstStyle>
          <a:p>
            <a:fld id="{C2311BFE-F8D0-4A35-8440-05C2C7335602}" type="datetimeFigureOut">
              <a:rPr lang="en-IN" smtClean="0"/>
              <a:t>24-03-2026</a:t>
            </a:fld>
            <a:endParaRPr lang="en-IN"/>
          </a:p>
        </p:txBody>
      </p:sp>
      <p:sp>
        <p:nvSpPr>
          <p:cNvPr id="5" name="Footer Placeholder 4"/>
          <p:cNvSpPr>
            <a:spLocks noGrp="1"/>
          </p:cNvSpPr>
          <p:nvPr>
            <p:ph type="ftr" sz="quarter" idx="3"/>
          </p:nvPr>
        </p:nvSpPr>
        <p:spPr>
          <a:xfrm>
            <a:off x="528358" y="6391838"/>
            <a:ext cx="3859795" cy="304801"/>
          </a:xfrm>
          <a:prstGeom prst="rect">
            <a:avLst/>
          </a:prstGeom>
        </p:spPr>
        <p:txBody>
          <a:bodyPr vert="horz" lIns="91440" tIns="45720" rIns="91440" bIns="45720" rtlCol="0" anchor="b"/>
          <a:lstStyle>
            <a:lvl1pPr algn="l">
              <a:defRPr sz="1000" b="1" i="0">
                <a:solidFill>
                  <a:schemeClr val="accent1"/>
                </a:solidFill>
                <a:latin typeface="+mn-lt"/>
              </a:defRPr>
            </a:lvl1pPr>
          </a:lstStyle>
          <a:p>
            <a:endParaRPr lang="en-IN"/>
          </a:p>
        </p:txBody>
      </p:sp>
      <p:sp>
        <p:nvSpPr>
          <p:cNvPr id="22" name="Rectangle 21"/>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4"/>
          </p:nvPr>
        </p:nvSpPr>
        <p:spPr>
          <a:xfrm>
            <a:off x="10352540" y="295729"/>
            <a:ext cx="838199" cy="767687"/>
          </a:xfrm>
          <a:prstGeom prst="rect">
            <a:avLst/>
          </a:prstGeom>
        </p:spPr>
        <p:txBody>
          <a:bodyPr vert="horz" lIns="91440" tIns="45720" rIns="91440" bIns="45720" rtlCol="0" anchor="b"/>
          <a:lstStyle>
            <a:lvl1pPr algn="ctr">
              <a:defRPr sz="2800" b="0" i="0">
                <a:solidFill>
                  <a:schemeClr val="bg1"/>
                </a:solidFill>
                <a:latin typeface="+mn-lt"/>
              </a:defRPr>
            </a:lvl1pPr>
          </a:lstStyle>
          <a:p>
            <a:fld id="{33224FE2-F166-424E-891C-655A6D0BEE38}" type="slidenum">
              <a:rPr lang="en-IN" smtClean="0"/>
              <a:t>‹#›</a:t>
            </a:fld>
            <a:endParaRPr lang="en-IN"/>
          </a:p>
        </p:txBody>
      </p:sp>
    </p:spTree>
    <p:extLst>
      <p:ext uri="{BB962C8B-B14F-4D97-AF65-F5344CB8AC3E}">
        <p14:creationId xmlns:p14="http://schemas.microsoft.com/office/powerpoint/2010/main" val="4112213806"/>
      </p:ext>
    </p:extLst>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60" r:id="rId5"/>
    <p:sldLayoutId id="2147483761" r:id="rId6"/>
    <p:sldLayoutId id="2147483762" r:id="rId7"/>
    <p:sldLayoutId id="2147483763" r:id="rId8"/>
    <p:sldLayoutId id="2147483764" r:id="rId9"/>
    <p:sldLayoutId id="2147483765" r:id="rId10"/>
    <p:sldLayoutId id="2147483766" r:id="rId11"/>
    <p:sldLayoutId id="2147483767" r:id="rId12"/>
    <p:sldLayoutId id="2147483768" r:id="rId13"/>
    <p:sldLayoutId id="2147483769" r:id="rId14"/>
    <p:sldLayoutId id="2147483770" r:id="rId15"/>
    <p:sldLayoutId id="2147483771" r:id="rId16"/>
    <p:sldLayoutId id="2147483772" r:id="rId17"/>
    <p:sldLayoutId id="2147483773" r:id="rId18"/>
  </p:sldLayoutIdLst>
  <p:txStyles>
    <p:titleStyle>
      <a:lvl1pPr algn="l" defTabSz="457200" rtl="0" eaLnBrk="1" latinLnBrk="0" hangingPunct="1">
        <a:spcBef>
          <a:spcPct val="0"/>
        </a:spcBef>
        <a:buNone/>
        <a:defRPr sz="3600" b="0" i="0" kern="1200">
          <a:solidFill>
            <a:schemeClr val="bg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2516F0-EEC9-4661-924E-AD1527774E72}"/>
              </a:ext>
            </a:extLst>
          </p:cNvPr>
          <p:cNvSpPr>
            <a:spLocks noGrp="1"/>
          </p:cNvSpPr>
          <p:nvPr>
            <p:ph type="ctrTitle"/>
          </p:nvPr>
        </p:nvSpPr>
        <p:spPr>
          <a:xfrm>
            <a:off x="1154954" y="2099733"/>
            <a:ext cx="9975161" cy="2677648"/>
          </a:xfrm>
        </p:spPr>
        <p:txBody>
          <a:bodyPr>
            <a:noAutofit/>
          </a:bodyPr>
          <a:lstStyle/>
          <a:p>
            <a:pPr algn="ctr"/>
            <a:r>
              <a:rPr lang="en-US" sz="7000" dirty="0" err="1">
                <a:latin typeface="Times New Roman" panose="02020603050405020304" pitchFamily="18" charset="0"/>
                <a:cs typeface="Times New Roman" panose="02020603050405020304" pitchFamily="18" charset="0"/>
              </a:rPr>
              <a:t>FarmChain</a:t>
            </a:r>
            <a:r>
              <a:rPr lang="en-US" sz="7000" dirty="0">
                <a:latin typeface="Times New Roman" panose="02020603050405020304" pitchFamily="18" charset="0"/>
                <a:cs typeface="Times New Roman" panose="02020603050405020304" pitchFamily="18" charset="0"/>
              </a:rPr>
              <a:t> X AI Driven Agricultural Traceability Network</a:t>
            </a:r>
            <a:endParaRPr lang="en-IN" sz="7000"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6E7A140F-1DFC-16A4-6544-7D4027A957BD}"/>
              </a:ext>
            </a:extLst>
          </p:cNvPr>
          <p:cNvSpPr>
            <a:spLocks noGrp="1"/>
          </p:cNvSpPr>
          <p:nvPr>
            <p:ph type="subTitle" idx="1"/>
          </p:nvPr>
        </p:nvSpPr>
        <p:spPr/>
        <p:txBody>
          <a:bodyPr/>
          <a:lstStyle/>
          <a:p>
            <a:pPr algn="ctr"/>
            <a:r>
              <a:rPr lang="en-US" dirty="0">
                <a:latin typeface="Times New Roman" panose="02020603050405020304" pitchFamily="18" charset="0"/>
                <a:cs typeface="Times New Roman" panose="02020603050405020304" pitchFamily="18" charset="0"/>
              </a:rPr>
              <a:t>Where Every Harvest Speaks Its Journey</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513740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DF23D-50A5-6B27-1987-A6775B8C22F8}"/>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Problem Statement :</a:t>
            </a:r>
          </a:p>
        </p:txBody>
      </p:sp>
      <p:sp>
        <p:nvSpPr>
          <p:cNvPr id="3" name="Content Placeholder 2">
            <a:extLst>
              <a:ext uri="{FF2B5EF4-FFF2-40B4-BE49-F238E27FC236}">
                <a16:creationId xmlns:a16="http://schemas.microsoft.com/office/drawing/2014/main" id="{8E1D9186-6119-E580-5D78-EFEBF220B0AA}"/>
              </a:ext>
            </a:extLst>
          </p:cNvPr>
          <p:cNvSpPr>
            <a:spLocks noGrp="1"/>
          </p:cNvSpPr>
          <p:nvPr>
            <p:ph idx="1"/>
          </p:nvPr>
        </p:nvSpPr>
        <p:spPr>
          <a:xfrm>
            <a:off x="599768" y="2603500"/>
            <a:ext cx="10992463" cy="3416300"/>
          </a:xfrm>
        </p:spPr>
        <p:txBody>
          <a:bodyPr>
            <a:noAutofit/>
          </a:bodyPr>
          <a:lstStyle/>
          <a:p>
            <a:pPr marL="0" indent="0">
              <a:buNone/>
            </a:pPr>
            <a:r>
              <a:rPr lang="en-US" dirty="0">
                <a:latin typeface="Times New Roman" panose="02020603050405020304" pitchFamily="18" charset="0"/>
                <a:cs typeface="Times New Roman" panose="02020603050405020304" pitchFamily="18" charset="0"/>
              </a:rPr>
              <a:t>Farmers across the world work hard every single day but still earn very little money because middlemen stand between them and consumers, controlling all prices, market information and payments without ever sharing it fairly. Most farmers live in remote areas with no internet access, no smartphone knowledge and no platform in their own language, making it completely impossible for them to find and connect with consumers directly. Even if both the farmer and consumer are willing to do business directly, there is no affordable logistics system, no common platform and no trust mechanism to protect either party across long distances. This forces farmers to keep depending on middlemen who underpay them while consumers keep overpaying, creating a broken and unfair global food system that benefits nobody except the middlemen standing in between</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331259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365760"/>
            <a:ext cx="10972800" cy="609600"/>
          </a:xfrm>
          <a:prstGeom prst="rect">
            <a:avLst/>
          </a:prstGeom>
          <a:noFill/>
          <a:ln/>
        </p:spPr>
        <p:txBody>
          <a:bodyPr wrap="square" rtlCol="0" anchor="ctr"/>
          <a:lstStyle/>
          <a:p>
            <a:r>
              <a:rPr lang="en-US" sz="5600" dirty="0">
                <a:latin typeface="Times New Roman" panose="02020603050405020304" pitchFamily="18" charset="0"/>
                <a:cs typeface="Times New Roman" panose="02020603050405020304" pitchFamily="18" charset="0"/>
              </a:rPr>
              <a:t>System Architecture Overview</a:t>
            </a:r>
          </a:p>
        </p:txBody>
      </p:sp>
      <p:sp>
        <p:nvSpPr>
          <p:cNvPr id="3" name="Shape 1"/>
          <p:cNvSpPr/>
          <p:nvPr/>
        </p:nvSpPr>
        <p:spPr>
          <a:xfrm>
            <a:off x="609600" y="1463040"/>
            <a:ext cx="2682240" cy="4267200"/>
          </a:xfrm>
          <a:prstGeom prst="rect">
            <a:avLst/>
          </a:prstGeom>
          <a:solidFill>
            <a:srgbClr val="2C5F2D"/>
          </a:solidFill>
          <a:ln w="25400">
            <a:solidFill>
              <a:srgbClr val="1E2761"/>
            </a:solidFill>
            <a:prstDash val="solid"/>
          </a:ln>
        </p:spPr>
        <p:txBody>
          <a:bodyPr/>
          <a:lstStyle/>
          <a:p>
            <a:endParaRPr lang="en-IN"/>
          </a:p>
        </p:txBody>
      </p:sp>
      <p:sp>
        <p:nvSpPr>
          <p:cNvPr id="4" name="Text 2"/>
          <p:cNvSpPr/>
          <p:nvPr/>
        </p:nvSpPr>
        <p:spPr>
          <a:xfrm>
            <a:off x="609600" y="1584960"/>
            <a:ext cx="2682240" cy="487680"/>
          </a:xfrm>
          <a:prstGeom prst="rect">
            <a:avLst/>
          </a:prstGeom>
          <a:noFill/>
          <a:ln/>
        </p:spPr>
        <p:txBody>
          <a:bodyPr wrap="square" rtlCol="0" anchor="ctr"/>
          <a:lstStyle/>
          <a:p>
            <a:pPr algn="ctr"/>
            <a:r>
              <a:rPr lang="en-US" sz="1867" b="1" dirty="0">
                <a:solidFill>
                  <a:srgbClr val="FFFFFF"/>
                </a:solidFill>
              </a:rPr>
              <a:t>FARMER SIDE</a:t>
            </a:r>
            <a:endParaRPr lang="en-US" sz="1867" dirty="0"/>
          </a:p>
        </p:txBody>
      </p:sp>
      <p:sp>
        <p:nvSpPr>
          <p:cNvPr id="5" name="Text 3"/>
          <p:cNvSpPr/>
          <p:nvPr/>
        </p:nvSpPr>
        <p:spPr>
          <a:xfrm>
            <a:off x="731520" y="2316480"/>
            <a:ext cx="2438400" cy="1828800"/>
          </a:xfrm>
          <a:prstGeom prst="rect">
            <a:avLst/>
          </a:prstGeom>
          <a:noFill/>
          <a:ln/>
        </p:spPr>
        <p:txBody>
          <a:bodyPr wrap="square" rtlCol="0" anchor="ctr"/>
          <a:lstStyle/>
          <a:p>
            <a:r>
              <a:rPr lang="en-US" sz="1600" dirty="0">
                <a:solidFill>
                  <a:srgbClr val="F5F5F5"/>
                </a:solidFill>
              </a:rPr>
              <a:t>📱 Mobile App</a:t>
            </a:r>
            <a:endParaRPr lang="en-US" sz="1600" dirty="0"/>
          </a:p>
          <a:p>
            <a:r>
              <a:rPr lang="en-US" sz="1600" dirty="0">
                <a:solidFill>
                  <a:srgbClr val="F5F5F5"/>
                </a:solidFill>
              </a:rPr>
              <a:t>🗣️ Voice Input</a:t>
            </a:r>
            <a:endParaRPr lang="en-US" sz="1600" dirty="0"/>
          </a:p>
          <a:p>
            <a:r>
              <a:rPr lang="en-US" sz="1600" dirty="0">
                <a:solidFill>
                  <a:srgbClr val="F5F5F5"/>
                </a:solidFill>
              </a:rPr>
              <a:t>📸 Camera</a:t>
            </a:r>
            <a:endParaRPr lang="en-US" sz="1600" dirty="0"/>
          </a:p>
          <a:p>
            <a:r>
              <a:rPr lang="en-US" sz="1600" dirty="0">
                <a:solidFill>
                  <a:srgbClr val="F5F5F5"/>
                </a:solidFill>
              </a:rPr>
              <a:t>📍 GPS Tagging</a:t>
            </a:r>
            <a:endParaRPr lang="en-US" sz="1600" dirty="0"/>
          </a:p>
        </p:txBody>
      </p:sp>
      <p:sp>
        <p:nvSpPr>
          <p:cNvPr id="6" name="Shape 4"/>
          <p:cNvSpPr/>
          <p:nvPr/>
        </p:nvSpPr>
        <p:spPr>
          <a:xfrm>
            <a:off x="8900160" y="1463040"/>
            <a:ext cx="2682240" cy="4267200"/>
          </a:xfrm>
          <a:prstGeom prst="rect">
            <a:avLst/>
          </a:prstGeom>
          <a:solidFill>
            <a:srgbClr val="2C5F2D"/>
          </a:solidFill>
          <a:ln w="25400">
            <a:solidFill>
              <a:srgbClr val="1E2761"/>
            </a:solidFill>
            <a:prstDash val="solid"/>
          </a:ln>
        </p:spPr>
      </p:sp>
      <p:sp>
        <p:nvSpPr>
          <p:cNvPr id="7" name="Text 5"/>
          <p:cNvSpPr/>
          <p:nvPr/>
        </p:nvSpPr>
        <p:spPr>
          <a:xfrm>
            <a:off x="8900160" y="1584960"/>
            <a:ext cx="2682240" cy="487680"/>
          </a:xfrm>
          <a:prstGeom prst="rect">
            <a:avLst/>
          </a:prstGeom>
          <a:noFill/>
          <a:ln/>
        </p:spPr>
        <p:txBody>
          <a:bodyPr wrap="square" rtlCol="0" anchor="ctr"/>
          <a:lstStyle/>
          <a:p>
            <a:pPr algn="ctr"/>
            <a:r>
              <a:rPr lang="en-US" sz="1867" b="1" dirty="0">
                <a:solidFill>
                  <a:srgbClr val="FFFFFF"/>
                </a:solidFill>
              </a:rPr>
              <a:t>CONSUMER SIDE</a:t>
            </a:r>
            <a:endParaRPr lang="en-US" sz="1867" dirty="0"/>
          </a:p>
        </p:txBody>
      </p:sp>
      <p:sp>
        <p:nvSpPr>
          <p:cNvPr id="8" name="Text 6"/>
          <p:cNvSpPr/>
          <p:nvPr/>
        </p:nvSpPr>
        <p:spPr>
          <a:xfrm>
            <a:off x="9022080" y="2316480"/>
            <a:ext cx="2438400" cy="1828800"/>
          </a:xfrm>
          <a:prstGeom prst="rect">
            <a:avLst/>
          </a:prstGeom>
          <a:noFill/>
          <a:ln/>
        </p:spPr>
        <p:txBody>
          <a:bodyPr wrap="square" rtlCol="0" anchor="ctr"/>
          <a:lstStyle/>
          <a:p>
            <a:r>
              <a:rPr lang="en-US" sz="1600" dirty="0">
                <a:solidFill>
                  <a:srgbClr val="F5F5F5"/>
                </a:solidFill>
              </a:rPr>
              <a:t>📱 Mobile/Web</a:t>
            </a:r>
            <a:endParaRPr lang="en-US" sz="1600" dirty="0"/>
          </a:p>
          <a:p>
            <a:r>
              <a:rPr lang="en-US" sz="1600" dirty="0">
                <a:solidFill>
                  <a:srgbClr val="F5F5F5"/>
                </a:solidFill>
              </a:rPr>
              <a:t>🔍 Search</a:t>
            </a:r>
            <a:endParaRPr lang="en-US" sz="1600" dirty="0"/>
          </a:p>
          <a:p>
            <a:r>
              <a:rPr lang="en-US" sz="1600" dirty="0">
                <a:solidFill>
                  <a:srgbClr val="F5F5F5"/>
                </a:solidFill>
              </a:rPr>
              <a:t>🛒 Order</a:t>
            </a:r>
            <a:endParaRPr lang="en-US" sz="1600" dirty="0"/>
          </a:p>
          <a:p>
            <a:r>
              <a:rPr lang="en-US" sz="1600" dirty="0">
                <a:solidFill>
                  <a:srgbClr val="F5F5F5"/>
                </a:solidFill>
              </a:rPr>
              <a:t>📦 Track</a:t>
            </a:r>
            <a:endParaRPr lang="en-US" sz="1600" dirty="0"/>
          </a:p>
        </p:txBody>
      </p:sp>
      <p:sp>
        <p:nvSpPr>
          <p:cNvPr id="9" name="Shape 7"/>
          <p:cNvSpPr/>
          <p:nvPr/>
        </p:nvSpPr>
        <p:spPr>
          <a:xfrm>
            <a:off x="3657600" y="1463040"/>
            <a:ext cx="4876800" cy="731520"/>
          </a:xfrm>
          <a:prstGeom prst="rect">
            <a:avLst/>
          </a:prstGeom>
          <a:solidFill>
            <a:srgbClr val="F96167"/>
          </a:solidFill>
          <a:ln w="12700">
            <a:solidFill>
              <a:srgbClr val="1E2761"/>
            </a:solidFill>
            <a:prstDash val="solid"/>
          </a:ln>
        </p:spPr>
      </p:sp>
      <p:sp>
        <p:nvSpPr>
          <p:cNvPr id="10" name="Text 8"/>
          <p:cNvSpPr/>
          <p:nvPr/>
        </p:nvSpPr>
        <p:spPr>
          <a:xfrm>
            <a:off x="3657600" y="1463040"/>
            <a:ext cx="4876800" cy="731520"/>
          </a:xfrm>
          <a:prstGeom prst="rect">
            <a:avLst/>
          </a:prstGeom>
          <a:noFill/>
          <a:ln/>
        </p:spPr>
        <p:txBody>
          <a:bodyPr wrap="square" rtlCol="0" anchor="ctr"/>
          <a:lstStyle/>
          <a:p>
            <a:pPr algn="ctr"/>
            <a:r>
              <a:rPr lang="en-US" sz="1867" b="1" dirty="0">
                <a:solidFill>
                  <a:srgbClr val="FFFFFF"/>
                </a:solidFill>
              </a:rPr>
              <a:t>API GATEWAY</a:t>
            </a:r>
            <a:endParaRPr lang="en-US" sz="1867" dirty="0"/>
          </a:p>
        </p:txBody>
      </p:sp>
      <p:sp>
        <p:nvSpPr>
          <p:cNvPr id="11" name="Shape 9"/>
          <p:cNvSpPr/>
          <p:nvPr/>
        </p:nvSpPr>
        <p:spPr>
          <a:xfrm>
            <a:off x="3657600" y="2438400"/>
            <a:ext cx="2316480" cy="975360"/>
          </a:xfrm>
          <a:prstGeom prst="rect">
            <a:avLst/>
          </a:prstGeom>
          <a:solidFill>
            <a:srgbClr val="97BC62"/>
          </a:solidFill>
          <a:ln w="12700">
            <a:solidFill>
              <a:srgbClr val="1E2761"/>
            </a:solidFill>
            <a:prstDash val="solid"/>
          </a:ln>
        </p:spPr>
      </p:sp>
      <p:sp>
        <p:nvSpPr>
          <p:cNvPr id="12" name="Text 10"/>
          <p:cNvSpPr/>
          <p:nvPr/>
        </p:nvSpPr>
        <p:spPr>
          <a:xfrm>
            <a:off x="3657600" y="2438400"/>
            <a:ext cx="2316480" cy="975360"/>
          </a:xfrm>
          <a:prstGeom prst="rect">
            <a:avLst/>
          </a:prstGeom>
          <a:noFill/>
          <a:ln/>
        </p:spPr>
        <p:txBody>
          <a:bodyPr wrap="square" rtlCol="0" anchor="ctr"/>
          <a:lstStyle/>
          <a:p>
            <a:pPr algn="ctr"/>
            <a:r>
              <a:rPr lang="en-US" sz="1467" b="1" dirty="0">
                <a:solidFill>
                  <a:srgbClr val="FFFFFF"/>
                </a:solidFill>
              </a:rPr>
              <a:t>AI/ML</a:t>
            </a:r>
            <a:endParaRPr lang="en-US" sz="1467" dirty="0"/>
          </a:p>
          <a:p>
            <a:pPr algn="ctr"/>
            <a:r>
              <a:rPr lang="en-US" sz="1467" b="1" dirty="0">
                <a:solidFill>
                  <a:srgbClr val="FFFFFF"/>
                </a:solidFill>
              </a:rPr>
              <a:t>LAYER</a:t>
            </a:r>
            <a:endParaRPr lang="en-US" sz="1467" dirty="0"/>
          </a:p>
        </p:txBody>
      </p:sp>
      <p:sp>
        <p:nvSpPr>
          <p:cNvPr id="13" name="Shape 11"/>
          <p:cNvSpPr/>
          <p:nvPr/>
        </p:nvSpPr>
        <p:spPr>
          <a:xfrm>
            <a:off x="6217920" y="2438400"/>
            <a:ext cx="2316480" cy="975360"/>
          </a:xfrm>
          <a:prstGeom prst="rect">
            <a:avLst/>
          </a:prstGeom>
          <a:solidFill>
            <a:srgbClr val="97BC62"/>
          </a:solidFill>
          <a:ln w="12700">
            <a:solidFill>
              <a:srgbClr val="1E2761"/>
            </a:solidFill>
            <a:prstDash val="solid"/>
          </a:ln>
        </p:spPr>
      </p:sp>
      <p:sp>
        <p:nvSpPr>
          <p:cNvPr id="14" name="Text 12"/>
          <p:cNvSpPr/>
          <p:nvPr/>
        </p:nvSpPr>
        <p:spPr>
          <a:xfrm>
            <a:off x="6217920" y="2438400"/>
            <a:ext cx="2316480" cy="975360"/>
          </a:xfrm>
          <a:prstGeom prst="rect">
            <a:avLst/>
          </a:prstGeom>
          <a:noFill/>
          <a:ln/>
        </p:spPr>
        <p:txBody>
          <a:bodyPr wrap="square" rtlCol="0" anchor="ctr"/>
          <a:lstStyle/>
          <a:p>
            <a:pPr algn="ctr"/>
            <a:r>
              <a:rPr lang="en-US" sz="1467" b="1" dirty="0">
                <a:solidFill>
                  <a:srgbClr val="FFFFFF"/>
                </a:solidFill>
              </a:rPr>
              <a:t>BLOCKCHAIN</a:t>
            </a:r>
            <a:endParaRPr lang="en-US" sz="1467" dirty="0"/>
          </a:p>
          <a:p>
            <a:pPr algn="ctr"/>
            <a:r>
              <a:rPr lang="en-US" sz="1467" b="1" dirty="0">
                <a:solidFill>
                  <a:srgbClr val="FFFFFF"/>
                </a:solidFill>
              </a:rPr>
              <a:t>LAYER</a:t>
            </a:r>
            <a:endParaRPr lang="en-US" sz="1467" dirty="0"/>
          </a:p>
        </p:txBody>
      </p:sp>
      <p:sp>
        <p:nvSpPr>
          <p:cNvPr id="15" name="Shape 13"/>
          <p:cNvSpPr/>
          <p:nvPr/>
        </p:nvSpPr>
        <p:spPr>
          <a:xfrm>
            <a:off x="3657600" y="3657600"/>
            <a:ext cx="4876800" cy="853440"/>
          </a:xfrm>
          <a:prstGeom prst="rect">
            <a:avLst/>
          </a:prstGeom>
          <a:solidFill>
            <a:srgbClr val="1E2761"/>
          </a:solidFill>
          <a:ln w="12700">
            <a:solidFill>
              <a:srgbClr val="1E2761"/>
            </a:solidFill>
            <a:prstDash val="solid"/>
          </a:ln>
        </p:spPr>
      </p:sp>
      <p:sp>
        <p:nvSpPr>
          <p:cNvPr id="16" name="Text 14"/>
          <p:cNvSpPr/>
          <p:nvPr/>
        </p:nvSpPr>
        <p:spPr>
          <a:xfrm>
            <a:off x="3657600" y="3657600"/>
            <a:ext cx="4876800" cy="853440"/>
          </a:xfrm>
          <a:prstGeom prst="rect">
            <a:avLst/>
          </a:prstGeom>
          <a:noFill/>
          <a:ln/>
        </p:spPr>
        <p:txBody>
          <a:bodyPr wrap="square" rtlCol="0" anchor="ctr"/>
          <a:lstStyle/>
          <a:p>
            <a:pPr algn="ctr"/>
            <a:r>
              <a:rPr lang="en-US" sz="1600" b="1" dirty="0">
                <a:solidFill>
                  <a:srgbClr val="FFFFFF"/>
                </a:solidFill>
              </a:rPr>
              <a:t>APPLICATION SERVICES</a:t>
            </a:r>
            <a:endParaRPr lang="en-US" sz="1600" dirty="0"/>
          </a:p>
        </p:txBody>
      </p:sp>
      <p:sp>
        <p:nvSpPr>
          <p:cNvPr id="17" name="Shape 15"/>
          <p:cNvSpPr/>
          <p:nvPr/>
        </p:nvSpPr>
        <p:spPr>
          <a:xfrm>
            <a:off x="3657600" y="4754880"/>
            <a:ext cx="4876800" cy="853440"/>
          </a:xfrm>
          <a:prstGeom prst="rect">
            <a:avLst/>
          </a:prstGeom>
          <a:solidFill>
            <a:srgbClr val="1E2761"/>
          </a:solidFill>
          <a:ln w="12700">
            <a:solidFill>
              <a:srgbClr val="1E2761"/>
            </a:solidFill>
            <a:prstDash val="solid"/>
          </a:ln>
        </p:spPr>
      </p:sp>
      <p:sp>
        <p:nvSpPr>
          <p:cNvPr id="18" name="Text 16"/>
          <p:cNvSpPr/>
          <p:nvPr/>
        </p:nvSpPr>
        <p:spPr>
          <a:xfrm>
            <a:off x="3657600" y="4754880"/>
            <a:ext cx="4876800" cy="853440"/>
          </a:xfrm>
          <a:prstGeom prst="rect">
            <a:avLst/>
          </a:prstGeom>
          <a:noFill/>
          <a:ln/>
        </p:spPr>
        <p:txBody>
          <a:bodyPr wrap="square" rtlCol="0" anchor="ctr"/>
          <a:lstStyle/>
          <a:p>
            <a:pPr algn="ctr"/>
            <a:r>
              <a:rPr lang="en-US" sz="1600" b="1" dirty="0">
                <a:solidFill>
                  <a:srgbClr val="FFFFFF"/>
                </a:solidFill>
              </a:rPr>
              <a:t>DATABASE &amp; STORAGE</a:t>
            </a:r>
            <a:endParaRPr lang="en-US" sz="1600" dirty="0"/>
          </a:p>
        </p:txBody>
      </p:sp>
      <p:sp>
        <p:nvSpPr>
          <p:cNvPr id="19" name="Shape 17"/>
          <p:cNvSpPr/>
          <p:nvPr/>
        </p:nvSpPr>
        <p:spPr>
          <a:xfrm>
            <a:off x="3291840" y="3535680"/>
            <a:ext cx="365760" cy="0"/>
          </a:xfrm>
          <a:prstGeom prst="line">
            <a:avLst/>
          </a:prstGeom>
          <a:noFill/>
          <a:ln w="25400">
            <a:solidFill>
              <a:srgbClr val="2C3E50"/>
            </a:solidFill>
            <a:prstDash val="solid"/>
            <a:tailEnd type="triangle"/>
          </a:ln>
        </p:spPr>
      </p:sp>
      <p:sp>
        <p:nvSpPr>
          <p:cNvPr id="20" name="Shape 18"/>
          <p:cNvSpPr/>
          <p:nvPr/>
        </p:nvSpPr>
        <p:spPr>
          <a:xfrm>
            <a:off x="8534400" y="3535680"/>
            <a:ext cx="0" cy="0"/>
          </a:xfrm>
          <a:prstGeom prst="line">
            <a:avLst/>
          </a:prstGeom>
          <a:noFill/>
          <a:ln w="25400">
            <a:solidFill>
              <a:srgbClr val="2C3E50"/>
            </a:solidFill>
            <a:prstDash val="solid"/>
            <a:tailEnd type="triangle"/>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B3E346-983D-0338-C78A-700CBB44858E}"/>
              </a:ext>
            </a:extLst>
          </p:cNvPr>
          <p:cNvPicPr>
            <a:picLocks noChangeAspect="1"/>
          </p:cNvPicPr>
          <p:nvPr/>
        </p:nvPicPr>
        <p:blipFill>
          <a:blip r:embed="rId2"/>
          <a:stretch>
            <a:fillRect/>
          </a:stretch>
        </p:blipFill>
        <p:spPr>
          <a:xfrm>
            <a:off x="78658" y="277141"/>
            <a:ext cx="11273660" cy="6052098"/>
          </a:xfrm>
          <a:prstGeom prst="rect">
            <a:avLst/>
          </a:prstGeom>
        </p:spPr>
      </p:pic>
    </p:spTree>
    <p:extLst>
      <p:ext uri="{BB962C8B-B14F-4D97-AF65-F5344CB8AC3E}">
        <p14:creationId xmlns:p14="http://schemas.microsoft.com/office/powerpoint/2010/main" val="16684792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B1260A8-6B63-E898-5C6F-8C64FDE222AA}"/>
              </a:ext>
            </a:extLst>
          </p:cNvPr>
          <p:cNvPicPr>
            <a:picLocks noChangeAspect="1"/>
          </p:cNvPicPr>
          <p:nvPr/>
        </p:nvPicPr>
        <p:blipFill>
          <a:blip r:embed="rId2"/>
          <a:stretch>
            <a:fillRect/>
          </a:stretch>
        </p:blipFill>
        <p:spPr>
          <a:xfrm>
            <a:off x="952500" y="0"/>
            <a:ext cx="10287000" cy="6858000"/>
          </a:xfrm>
          <a:prstGeom prst="rect">
            <a:avLst/>
          </a:prstGeom>
        </p:spPr>
      </p:pic>
    </p:spTree>
    <p:extLst>
      <p:ext uri="{BB962C8B-B14F-4D97-AF65-F5344CB8AC3E}">
        <p14:creationId xmlns:p14="http://schemas.microsoft.com/office/powerpoint/2010/main" val="18541831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6838F1-6D03-AA00-066D-1AB806536982}"/>
              </a:ext>
            </a:extLst>
          </p:cNvPr>
          <p:cNvSpPr>
            <a:spLocks noGrp="1"/>
          </p:cNvSpPr>
          <p:nvPr>
            <p:ph type="title"/>
          </p:nvPr>
        </p:nvSpPr>
        <p:spPr>
          <a:xfrm>
            <a:off x="4119716" y="2370667"/>
            <a:ext cx="5860898" cy="1822514"/>
          </a:xfrm>
        </p:spPr>
        <p:txBody>
          <a:bodyPr/>
          <a:lstStyle/>
          <a:p>
            <a:r>
              <a:rPr lang="en-US" sz="7800" dirty="0">
                <a:latin typeface="Times New Roman" panose="02020603050405020304" pitchFamily="18" charset="0"/>
                <a:cs typeface="Times New Roman" panose="02020603050405020304" pitchFamily="18" charset="0"/>
              </a:rPr>
              <a:t>Thank you!</a:t>
            </a:r>
            <a:endParaRPr lang="en-IN" sz="7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7E71E8CE-37A5-AC7E-AB3C-02CAC0C0DC91}"/>
              </a:ext>
            </a:extLst>
          </p:cNvPr>
          <p:cNvSpPr>
            <a:spLocks noGrp="1"/>
          </p:cNvSpPr>
          <p:nvPr>
            <p:ph type="body" idx="1"/>
          </p:nvPr>
        </p:nvSpPr>
        <p:spPr/>
        <p:txBody>
          <a:bodyPr/>
          <a:lstStyle/>
          <a:p>
            <a:endParaRPr lang="en-IN"/>
          </a:p>
        </p:txBody>
      </p:sp>
    </p:spTree>
    <p:extLst>
      <p:ext uri="{BB962C8B-B14F-4D97-AF65-F5344CB8AC3E}">
        <p14:creationId xmlns:p14="http://schemas.microsoft.com/office/powerpoint/2010/main" val="228591583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Boardroom">
  <a:themeElements>
    <a:clrScheme name="Ion Boardroom">
      <a:dk1>
        <a:sysClr val="windowText" lastClr="000000"/>
      </a:dk1>
      <a:lt1>
        <a:sysClr val="window" lastClr="FFFFFF"/>
      </a:lt1>
      <a:dk2>
        <a:srgbClr val="0E5580"/>
      </a:dk2>
      <a:lt2>
        <a:srgbClr val="EBEBEB"/>
      </a:lt2>
      <a:accent1>
        <a:srgbClr val="ACD433"/>
      </a:accent1>
      <a:accent2>
        <a:srgbClr val="E6C133"/>
      </a:accent2>
      <a:accent3>
        <a:srgbClr val="EF7A24"/>
      </a:accent3>
      <a:accent4>
        <a:srgbClr val="5AA0F5"/>
      </a:accent4>
      <a:accent5>
        <a:srgbClr val="75CEEC"/>
      </a:accent5>
      <a:accent6>
        <a:srgbClr val="65D6A0"/>
      </a:accent6>
      <a:hlink>
        <a:srgbClr val="C4E46E"/>
      </a:hlink>
      <a:folHlink>
        <a:srgbClr val="BDE0FB"/>
      </a:folHlink>
    </a:clrScheme>
    <a:fontScheme name="Ion Boardroom">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2000"/>
                <a:hueMod val="96000"/>
                <a:satMod val="128000"/>
                <a:lumMod val="114000"/>
              </a:schemeClr>
            </a:gs>
            <a:gs pos="100000">
              <a:schemeClr val="phClr">
                <a:shade val="62000"/>
                <a:hueMod val="100000"/>
                <a:satMod val="134000"/>
                <a:lumMod val="56000"/>
              </a:schemeClr>
            </a:gs>
          </a:gsLst>
          <a:path path="circle">
            <a:fillToRect l="45000" t="65000" r="125000" b="100000"/>
          </a:path>
        </a:gradFill>
        <a:blipFill rotWithShape="1">
          <a:blip xmlns:r="http://schemas.openxmlformats.org/officeDocument/2006/relationships" r:embed="rId1">
            <a:duotone>
              <a:schemeClr val="phClr">
                <a:shade val="62000"/>
                <a:hueMod val="108000"/>
                <a:satMod val="164000"/>
                <a:lumMod val="69000"/>
              </a:schemeClr>
              <a:schemeClr val="phClr">
                <a:tint val="96000"/>
                <a:hueMod val="90000"/>
                <a:satMod val="130000"/>
                <a:lumMod val="134000"/>
              </a:schemeClr>
            </a:duotone>
          </a:blip>
          <a:stretch/>
        </a:blipFill>
      </a:bgFillStyleLst>
    </a:fmtScheme>
  </a:themeElements>
  <a:objectDefaults/>
  <a:extraClrSchemeLst/>
  <a:extLst>
    <a:ext uri="{05A4C25C-085E-4340-85A3-A5531E510DB2}">
      <thm15:themeFamily xmlns:thm15="http://schemas.microsoft.com/office/thememl/2012/main" name="Ion Boardroom" id="{FC33163D-4339-46B1-8EED-24C834239D99}" vid="{A3AB87EF-B655-4FFF-8D05-F333AD7F278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Ion Boardroom</Template>
  <TotalTime>132</TotalTime>
  <Words>203</Words>
  <Application>Microsoft Office PowerPoint</Application>
  <PresentationFormat>Widescreen</PresentationFormat>
  <Paragraphs>24</Paragraphs>
  <Slides>6</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Calibri</vt:lpstr>
      <vt:lpstr>Century Gothic</vt:lpstr>
      <vt:lpstr>Times New Roman</vt:lpstr>
      <vt:lpstr>Wingdings 3</vt:lpstr>
      <vt:lpstr>Ion Boardroom</vt:lpstr>
      <vt:lpstr>FarmChain X AI Driven Agricultural Traceability Network</vt:lpstr>
      <vt:lpstr>Problem Statement :</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Tejaswini Thota</dc:creator>
  <cp:lastModifiedBy>Tejaswini Thota</cp:lastModifiedBy>
  <cp:revision>11</cp:revision>
  <dcterms:created xsi:type="dcterms:W3CDTF">2026-02-16T18:13:03Z</dcterms:created>
  <dcterms:modified xsi:type="dcterms:W3CDTF">2026-03-24T13:53:47Z</dcterms:modified>
</cp:coreProperties>
</file>